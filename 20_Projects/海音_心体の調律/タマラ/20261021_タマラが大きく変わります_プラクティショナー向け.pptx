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ANDOU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241280"/>
            <a:ext cx="6647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髙橋由香より　タマラのプラクティショナーの皆さんへ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jp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66476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タマラが大きく変わります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NPOの活動から、一人ひとりのエネルギーの活動へ</a:t>
            </a:r>
            <a:endParaRPr lang="en-US" sz="1600" dirty="0"/>
          </a:p>
        </p:txBody>
      </p:sp>
      <p:sp>
        <p:nvSpPr>
          <p:cNvPr id="4" name="npo-box"/>
          <p:cNvSpPr/>
          <p:nvPr/>
        </p:nvSpPr>
        <p:spPr>
          <a:xfrm>
            <a:off x="457200" y="1508760"/>
            <a:ext cx="2834640" cy="868680"/>
          </a:xfrm>
          <a:prstGeom prst="roundRect">
            <a:avLst>
              <a:gd name="adj" fmla="val 157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5087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NPOタマラアソシエーション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来年3月末で解散</a:t>
            </a:r>
            <a:endParaRPr lang="en-US" sz="1400" dirty="0"/>
          </a:p>
        </p:txBody>
      </p:sp>
      <p:sp>
        <p:nvSpPr>
          <p:cNvPr id="6" name="npo-arrow"/>
          <p:cNvSpPr/>
          <p:nvPr/>
        </p:nvSpPr>
        <p:spPr>
          <a:xfrm>
            <a:off x="3429000" y="1755648"/>
            <a:ext cx="594360" cy="36576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self-box"/>
          <p:cNvSpPr/>
          <p:nvPr/>
        </p:nvSpPr>
        <p:spPr>
          <a:xfrm>
            <a:off x="4160520" y="1508760"/>
            <a:ext cx="2944368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97680" y="1508760"/>
            <a:ext cx="2670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一人ひとりのエネルギーの活動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それぞれの活動を、もっと強く</a:t>
            </a:r>
            <a:endParaRPr lang="en-US" sz="1400" dirty="0"/>
          </a:p>
        </p:txBody>
      </p:sp>
      <p:sp>
        <p:nvSpPr>
          <p:cNvPr id="9" name="chance-box"/>
          <p:cNvSpPr/>
          <p:nvPr/>
        </p:nvSpPr>
        <p:spPr>
          <a:xfrm>
            <a:off x="457200" y="2606040"/>
            <a:ext cx="6647688" cy="2148840"/>
          </a:xfrm>
          <a:prstGeom prst="roundRect">
            <a:avLst>
              <a:gd name="adj" fmla="val 638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7889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アクティベーションを受けた方へ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15468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ファーストセッションを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受けるなら</a:t>
            </a:r>
            <a:endParaRPr lang="en-US" sz="22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今がチャンス</a:t>
            </a:r>
            <a:endParaRPr lang="en-US" sz="2200" dirty="0"/>
          </a:p>
        </p:txBody>
      </p:sp>
      <p:pic>
        <p:nvPicPr>
          <p:cNvPr id="12" name="img-hourglass" descr="img/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60520" y="2743200"/>
            <a:ext cx="2807208" cy="1874520"/>
          </a:xfrm>
          <a:prstGeom prst="rect">
            <a:avLst/>
          </a:prstGeom>
        </p:spPr>
      </p:pic>
      <p:sp>
        <p:nvSpPr>
          <p:cNvPr id="13" name="until-box"/>
          <p:cNvSpPr/>
          <p:nvPr/>
        </p:nvSpPr>
        <p:spPr>
          <a:xfrm>
            <a:off x="457200" y="4937760"/>
            <a:ext cx="2834640" cy="1188720"/>
          </a:xfrm>
          <a:prstGeom prst="roundRect">
            <a:avLst>
              <a:gd name="adj" fmla="val 11538"/>
            </a:avLst>
          </a:prstGeom>
          <a:solidFill>
            <a:srgbClr val="FBF3E2"/>
          </a:solidFill>
          <a:ln w="12700">
            <a:solidFill>
              <a:srgbClr val="FBF3E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4360" y="49377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11月30日まで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ファーストだけで</a:t>
            </a:r>
            <a:endParaRPr lang="en-US" sz="16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132,000円</a:t>
            </a:r>
            <a:endParaRPr lang="en-US" sz="1600" dirty="0"/>
          </a:p>
        </p:txBody>
      </p:sp>
      <p:sp>
        <p:nvSpPr>
          <p:cNvPr id="15" name="date-arrow"/>
          <p:cNvSpPr/>
          <p:nvPr/>
        </p:nvSpPr>
        <p:spPr>
          <a:xfrm>
            <a:off x="3429000" y="5349240"/>
            <a:ext cx="594360" cy="36576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from-box"/>
          <p:cNvSpPr/>
          <p:nvPr/>
        </p:nvSpPr>
        <p:spPr>
          <a:xfrm>
            <a:off x="4160520" y="4937760"/>
            <a:ext cx="2944368" cy="1188720"/>
          </a:xfrm>
          <a:prstGeom prst="roundRect">
            <a:avLst>
              <a:gd name="adj" fmla="val 115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297680" y="4937760"/>
            <a:ext cx="26700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12月から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セットのみになります</a:t>
            </a:r>
            <a:endParaRPr lang="en-US" sz="16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187,000円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172200"/>
            <a:ext cx="6647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※料金は、今後見直される可能性があります</a:t>
            </a:r>
            <a:endParaRPr lang="en-US" sz="1000" dirty="0"/>
          </a:p>
        </p:txBody>
      </p:sp>
      <p:pic>
        <p:nvPicPr>
          <p:cNvPr id="19" name="img-path" descr="img/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6492240"/>
            <a:ext cx="2743200" cy="132588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457200" y="78638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受けた方の声</a:t>
            </a:r>
            <a:endParaRPr lang="en-US" sz="1100" dirty="0"/>
          </a:p>
        </p:txBody>
      </p:sp>
      <p:sp>
        <p:nvSpPr>
          <p:cNvPr id="21" name="voice0"/>
          <p:cNvSpPr/>
          <p:nvPr/>
        </p:nvSpPr>
        <p:spPr>
          <a:xfrm>
            <a:off x="457200" y="8092440"/>
            <a:ext cx="1344168" cy="457200"/>
          </a:xfrm>
          <a:prstGeom prst="roundRect">
            <a:avLst>
              <a:gd name="adj" fmla="val 3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84632" y="8092440"/>
            <a:ext cx="1289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「エネルギーが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軽くなった」</a:t>
            </a:r>
            <a:endParaRPr lang="en-US" sz="1100" dirty="0"/>
          </a:p>
        </p:txBody>
      </p:sp>
      <p:sp>
        <p:nvSpPr>
          <p:cNvPr id="23" name="voice1"/>
          <p:cNvSpPr/>
          <p:nvPr/>
        </p:nvSpPr>
        <p:spPr>
          <a:xfrm>
            <a:off x="1856232" y="8092440"/>
            <a:ext cx="1344168" cy="457200"/>
          </a:xfrm>
          <a:prstGeom prst="roundRect">
            <a:avLst>
              <a:gd name="adj" fmla="val 3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883664" y="8092440"/>
            <a:ext cx="1289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「新しい商談が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決まった」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3474720" y="6492240"/>
            <a:ext cx="3630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なぜセットになるの？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3474720" y="6858000"/>
            <a:ext cx="36301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世の中のマイナスのエネルギーが強くなりすぎて、アクティベーションだけではタマラのエネルギーを感じられない方が増えてきました。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そこで、魂が進むのを邪魔するマイナスのエネルギーを消すファーストセッションと、ひとつになりました。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tx2"/>
                </a:solidFill>
              </a:rPr>
              <a:t>アクティベーションだけのメニューは、なくなります。</a:t>
            </a:r>
            <a:endParaRPr lang="en-US" sz="1200" dirty="0"/>
          </a:p>
        </p:txBody>
      </p:sp>
      <p:sp>
        <p:nvSpPr>
          <p:cNvPr id="27" name="reply-box"/>
          <p:cNvSpPr/>
          <p:nvPr/>
        </p:nvSpPr>
        <p:spPr>
          <a:xfrm>
            <a:off x="457200" y="8686800"/>
            <a:ext cx="6647688" cy="13716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reply-icon-bg"/>
          <p:cNvSpPr/>
          <p:nvPr/>
        </p:nvSpPr>
        <p:spPr>
          <a:xfrm>
            <a:off x="731520" y="8915400"/>
            <a:ext cx="914400" cy="9144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9" name="reply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9116568"/>
            <a:ext cx="512064" cy="51206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874520" y="8686800"/>
            <a:ext cx="50474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気になる方は「ファースト」とだけ返信してください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日程を、個別にご相談します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すでに受けた方は、ご家族やお友だちでアクティベーションだけの方に、ぜひ教えてあげてください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66476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変わらないこと</a:t>
            </a:r>
            <a:endParaRPr lang="en-US" sz="3000" dirty="0"/>
          </a:p>
        </p:txBody>
      </p:sp>
      <p:pic>
        <p:nvPicPr>
          <p:cNvPr id="3" name="img-circle" descr="img/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43000"/>
            <a:ext cx="6647688" cy="2743200"/>
          </a:xfrm>
          <a:prstGeom prst="rect">
            <a:avLst/>
          </a:prstGeom>
        </p:spPr>
      </p:pic>
      <p:sp>
        <p:nvSpPr>
          <p:cNvPr id="4" name="keep0"/>
          <p:cNvSpPr/>
          <p:nvPr/>
        </p:nvSpPr>
        <p:spPr>
          <a:xfrm>
            <a:off x="457200" y="4069080"/>
            <a:ext cx="6647688" cy="777240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keep0-icon-bg"/>
          <p:cNvSpPr/>
          <p:nvPr/>
        </p:nvSpPr>
        <p:spPr>
          <a:xfrm>
            <a:off x="640080" y="4160520"/>
            <a:ext cx="594360" cy="5943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keep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" y="4291279"/>
            <a:ext cx="332842" cy="33284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40690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タマラのエネルギー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3200400" y="4069080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タマラのエネルギーも、どう使うかが自由なことも変わりません</a:t>
            </a:r>
            <a:endParaRPr lang="en-US" sz="1300" dirty="0"/>
          </a:p>
        </p:txBody>
      </p:sp>
      <p:sp>
        <p:nvSpPr>
          <p:cNvPr id="9" name="keep1"/>
          <p:cNvSpPr/>
          <p:nvPr/>
        </p:nvSpPr>
        <p:spPr>
          <a:xfrm>
            <a:off x="457200" y="4983480"/>
            <a:ext cx="6647688" cy="777240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keep1-icon-bg"/>
          <p:cNvSpPr/>
          <p:nvPr/>
        </p:nvSpPr>
        <p:spPr>
          <a:xfrm>
            <a:off x="640080" y="5074920"/>
            <a:ext cx="594360" cy="5943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1" name="keep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332842" cy="33284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17320" y="4983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認定証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3200400" y="4983480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今お持ちの認定証は、そのまま使えます</a:t>
            </a:r>
            <a:endParaRPr lang="en-US" sz="1300" dirty="0"/>
          </a:p>
        </p:txBody>
      </p:sp>
      <p:sp>
        <p:nvSpPr>
          <p:cNvPr id="14" name="keep2"/>
          <p:cNvSpPr/>
          <p:nvPr/>
        </p:nvSpPr>
        <p:spPr>
          <a:xfrm>
            <a:off x="457200" y="5897880"/>
            <a:ext cx="6647688" cy="777240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keep2-icon-bg"/>
          <p:cNvSpPr/>
          <p:nvPr/>
        </p:nvSpPr>
        <p:spPr>
          <a:xfrm>
            <a:off x="640080" y="5989320"/>
            <a:ext cx="594360" cy="5943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6" name="keep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39" y="6120079"/>
            <a:ext cx="332842" cy="33284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417320" y="5897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復習会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3200400" y="5897880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私の復習会は、これからも続けます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6949440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これからのこと</a:t>
            </a:r>
            <a:endParaRPr lang="en-US" sz="2200" dirty="0"/>
          </a:p>
        </p:txBody>
      </p:sp>
      <p:pic>
        <p:nvPicPr>
          <p:cNvPr id="20" name="img-letter" descr="img/D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57200" y="7498080"/>
            <a:ext cx="2468880" cy="1645920"/>
          </a:xfrm>
          <a:prstGeom prst="rect">
            <a:avLst/>
          </a:prstGeom>
        </p:spPr>
      </p:pic>
      <p:sp>
        <p:nvSpPr>
          <p:cNvPr id="21" name="next0-icon-bg"/>
          <p:cNvSpPr/>
          <p:nvPr/>
        </p:nvSpPr>
        <p:spPr>
          <a:xfrm>
            <a:off x="3154680" y="7543800"/>
            <a:ext cx="548640" cy="5486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next0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5381" y="7664501"/>
            <a:ext cx="307238" cy="30723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3840480" y="7498080"/>
            <a:ext cx="3264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12月末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主催の講座・イベントが終わります</a:t>
            </a:r>
            <a:endParaRPr lang="en-US" sz="1400" dirty="0"/>
          </a:p>
        </p:txBody>
      </p:sp>
      <p:sp>
        <p:nvSpPr>
          <p:cNvPr id="24" name="next1-icon-bg"/>
          <p:cNvSpPr/>
          <p:nvPr/>
        </p:nvSpPr>
        <p:spPr>
          <a:xfrm>
            <a:off x="3154680" y="8412480"/>
            <a:ext cx="548640" cy="5486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5" name="next1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75381" y="8533181"/>
            <a:ext cx="307238" cy="307238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3840480" y="8366760"/>
            <a:ext cx="3264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1〜2月ごろ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会員の方に、解散についてのハガキか入力フォームが届きます。回答をお願いします</a:t>
            </a:r>
            <a:endParaRPr lang="en-US" sz="1400" dirty="0"/>
          </a:p>
        </p:txBody>
      </p:sp>
      <p:sp>
        <p:nvSpPr>
          <p:cNvPr id="27" name="contact-box"/>
          <p:cNvSpPr/>
          <p:nvPr/>
        </p:nvSpPr>
        <p:spPr>
          <a:xfrm>
            <a:off x="457200" y="9326880"/>
            <a:ext cx="6647688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731520" y="9326880"/>
            <a:ext cx="6099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わからないことは、いつでも私に聞いてください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近いうちに、アソシエーションから正式な案内が届きます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mara Next Stage">
  <a:themeElements>
    <a:clrScheme name="Tamara Next Stage">
      <a:dk1>
        <a:srgbClr val="2E2A3B"/>
      </a:dk1>
      <a:lt1>
        <a:srgbClr val="FFFFFF"/>
      </a:lt1>
      <a:dk2>
        <a:srgbClr val="4B3F72"/>
      </a:dk2>
      <a:lt2>
        <a:srgbClr val="EEEAF6"/>
      </a:lt2>
      <a:accent1>
        <a:srgbClr val="4B3F72"/>
      </a:accent1>
      <a:accent2>
        <a:srgbClr val="D9A441"/>
      </a:accent2>
      <a:accent3>
        <a:srgbClr val="8E7CC3"/>
      </a:accent3>
      <a:accent4>
        <a:srgbClr val="6BA292"/>
      </a:accent4>
      <a:accent5>
        <a:srgbClr val="C96F6F"/>
      </a:accent5>
      <a:accent6>
        <a:srgbClr val="9A97A8"/>
      </a:accent6>
      <a:hlink>
        <a:srgbClr val="4B3F72"/>
      </a:hlink>
      <a:folHlink>
        <a:srgbClr val="8E7CC3"/>
      </a:folHlink>
    </a:clrScheme>
    <a:fontScheme name="Tamara Next Stage">
      <a:majorFont>
        <a:latin typeface="BIZ UDP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タマラが大きく変わります</dc:title>
  <dc:subject>PptxGenJS Presentation</dc:subject>
  <dc:creator>PptxGenJS</dc:creator>
  <cp:lastModifiedBy>PptxGenJS</cp:lastModifiedBy>
  <cp:revision>1</cp:revision>
  <dcterms:created xsi:type="dcterms:W3CDTF">2026-10-20T15:51:16Z</dcterms:created>
  <dcterms:modified xsi:type="dcterms:W3CDTF">2026-10-20T15:51:16Z</dcterms:modified>
</cp:coreProperties>
</file>