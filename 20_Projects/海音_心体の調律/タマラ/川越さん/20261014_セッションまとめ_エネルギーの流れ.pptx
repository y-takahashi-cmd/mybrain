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731520"/>
            <a:ext cx="502920" cy="502920"/>
          </a:xfrm>
          <a:prstGeom prst="ellipse">
            <a:avLst/>
          </a:prstGeom>
          <a:solidFill>
            <a:srgbClr val="8E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508760"/>
            <a:ext cx="502920" cy="502920"/>
          </a:xfrm>
          <a:prstGeom prst="ellipse">
            <a:avLst/>
          </a:prstGeom>
          <a:solidFill>
            <a:srgbClr val="4B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2286000"/>
            <a:ext cx="502920" cy="502920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3063239"/>
            <a:ext cx="502920" cy="502920"/>
          </a:xfrm>
          <a:prstGeom prst="ellipse">
            <a:avLst/>
          </a:prstGeom>
          <a:solidFill>
            <a:srgbClr val="4FA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3840480"/>
            <a:ext cx="502920" cy="502920"/>
          </a:xfrm>
          <a:prstGeom prst="ellipse">
            <a:avLst/>
          </a:prstGeom>
          <a:solidFill>
            <a:srgbClr val="E8C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4617720"/>
            <a:ext cx="502920" cy="502920"/>
          </a:xfrm>
          <a:prstGeom prst="ellipse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0" y="5394959"/>
            <a:ext cx="502920" cy="50292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8229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D8D2EC"/>
                </a:solidFill>
                <a:latin typeface="Meiryo UI"/>
              </a:rPr>
              <a:t>川越 昭 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eiryo UI"/>
              </a:rPr>
              <a:t>今日のまとめ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8D2EC"/>
                </a:solidFill>
                <a:latin typeface="Meiryo UI"/>
              </a:rPr>
              <a:t>2026年10月14日 セッション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7498079" cy="822960"/>
          </a:xfrm>
          <a:prstGeom prst="round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/>
              </a:rPr>
              <a:t>大事なところにもエネルギーを。朝の元気を取り戻す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エネルギーの流し方が変わります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頭から入れて、足先から流す。そのとき「大事なところ（陰部）」も通します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484632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66666"/>
                </a:solidFill>
                <a:latin typeface="Meiryo UI"/>
              </a:rPr>
              <a:t>これまで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1874519"/>
            <a:ext cx="914400" cy="1005840"/>
          </a:xfrm>
          <a:prstGeom prst="ellipse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5880" y="2926079"/>
            <a:ext cx="1737360" cy="219456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5074920"/>
            <a:ext cx="731520" cy="1463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5074920"/>
            <a:ext cx="731520" cy="1463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691639" y="2697479"/>
            <a:ext cx="0" cy="3703321"/>
          </a:xfrm>
          <a:prstGeom prst="line">
            <a:avLst/>
          </a:prstGeom>
          <a:ln w="50800">
            <a:solidFill>
              <a:srgbClr val="A8A8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97480" y="2697479"/>
            <a:ext cx="0" cy="3703321"/>
          </a:xfrm>
          <a:prstGeom prst="line">
            <a:avLst/>
          </a:prstGeom>
          <a:ln w="50800">
            <a:solidFill>
              <a:srgbClr val="A8A8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93391" y="4846320"/>
            <a:ext cx="402336" cy="402336"/>
          </a:xfrm>
          <a:prstGeom prst="ellipse">
            <a:avLst/>
          </a:prstGeom>
          <a:solidFill>
            <a:srgbClr val="DDDDDD"/>
          </a:solidFill>
          <a:ln w="25400">
            <a:solidFill>
              <a:srgbClr val="A8A8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108960"/>
            <a:ext cx="24688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大事なところを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よけて流れていた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→ そこだけ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　エネルギーが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　届いていない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394960" cy="4846320"/>
          </a:xfrm>
          <a:prstGeom prst="round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9973A"/>
                </a:solidFill>
                <a:latin typeface="Meiryo UI"/>
              </a:rPr>
              <a:t>これから</a:t>
            </a:r>
          </a:p>
        </p:txBody>
      </p:sp>
      <p:sp>
        <p:nvSpPr>
          <p:cNvPr id="16" name="Oval 15"/>
          <p:cNvSpPr/>
          <p:nvPr/>
        </p:nvSpPr>
        <p:spPr>
          <a:xfrm>
            <a:off x="7452360" y="1874519"/>
            <a:ext cx="914400" cy="1005840"/>
          </a:xfrm>
          <a:prstGeom prst="ellipse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2926079"/>
            <a:ext cx="1737360" cy="219456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0" y="5074920"/>
            <a:ext cx="731520" cy="1463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5074920"/>
            <a:ext cx="731520" cy="1463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B9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406640" y="2697479"/>
            <a:ext cx="0" cy="3703321"/>
          </a:xfrm>
          <a:prstGeom prst="line">
            <a:avLst/>
          </a:prstGeom>
          <a:ln w="508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12480" y="2697479"/>
            <a:ext cx="0" cy="3703321"/>
          </a:xfrm>
          <a:prstGeom prst="line">
            <a:avLst/>
          </a:prstGeom>
          <a:ln w="508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09560" y="2697479"/>
            <a:ext cx="0" cy="2103121"/>
          </a:xfrm>
          <a:prstGeom prst="line">
            <a:avLst/>
          </a:prstGeom>
          <a:ln w="635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662672" y="4800600"/>
            <a:ext cx="493776" cy="493776"/>
          </a:xfrm>
          <a:prstGeom prst="ellipse">
            <a:avLst/>
          </a:prstGeom>
          <a:solidFill>
            <a:srgbClr val="D9443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909560" y="5330952"/>
            <a:ext cx="0" cy="1024128"/>
          </a:xfrm>
          <a:prstGeom prst="line">
            <a:avLst/>
          </a:prstGeom>
          <a:ln w="63500">
            <a:solidFill>
              <a:srgbClr val="D944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0" y="3108960"/>
            <a:ext cx="246888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350"/>
                </a:solidFill>
                <a:latin typeface="Meiryo UI"/>
              </a:rPr>
              <a:t>大事なところにも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350"/>
                </a:solidFill>
                <a:latin typeface="Meiryo UI"/>
              </a:rPr>
              <a:t>しっかり流す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350"/>
                </a:solidFill>
                <a:latin typeface="Meiryo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350"/>
                </a:solidFill>
                <a:latin typeface="Meiryo UI"/>
              </a:rPr>
              <a:t>先の出口から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350"/>
                </a:solidFill>
                <a:latin typeface="Meiryo UI"/>
              </a:rPr>
              <a:t>いらないものを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350"/>
                </a:solidFill>
                <a:latin typeface="Meiryo UI"/>
              </a:rPr>
              <a:t>外へ流し出す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手を当てて眠る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朝の元気を取り戻す、一番の近道と言われています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20440" cy="3749039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01368" y="1965960"/>
            <a:ext cx="1005840" cy="1005840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FFFFFF"/>
                </a:solidFill>
                <a:latin typeface="Meiryo U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B2350"/>
                </a:solidFill>
                <a:latin typeface="Meiryo UI"/>
              </a:rPr>
              <a:t>光のグローブ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94760"/>
            <a:ext cx="29718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手にタマラの光のグローブ（黄金のグローブ）をはめた気持ちになる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6511" y="3611880"/>
            <a:ext cx="219457" cy="0"/>
          </a:xfrm>
          <a:prstGeom prst="line">
            <a:avLst/>
          </a:prstGeom>
          <a:ln w="508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737360"/>
            <a:ext cx="3520440" cy="3749039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96128" y="1965960"/>
            <a:ext cx="1005840" cy="100584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FFFFFF"/>
                </a:solidFill>
                <a:latin typeface="Meiryo U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B2350"/>
                </a:solidFill>
                <a:latin typeface="Meiryo UI"/>
              </a:rPr>
              <a:t>手を乗せる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94760"/>
            <a:ext cx="29718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大事なところ（第1チャクラ）に手を乗せる。触れるだけ・乗せておくだけでOK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91271" y="3611880"/>
            <a:ext cx="219457" cy="0"/>
          </a:xfrm>
          <a:prstGeom prst="line">
            <a:avLst/>
          </a:prstGeom>
          <a:ln w="508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1737360"/>
            <a:ext cx="3520440" cy="3749039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90888" y="1965960"/>
            <a:ext cx="1005840" cy="1005840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3000" b="1">
                <a:solidFill>
                  <a:srgbClr val="FFFFFF"/>
                </a:solidFill>
                <a:latin typeface="Meiryo U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B2350"/>
                </a:solidFill>
                <a:latin typeface="Meiryo UI"/>
              </a:rPr>
              <a:t>そのまま眠る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94760"/>
            <a:ext cx="29718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手を当てたまま、ゆったり眠る。肺のあたりに当てるのも同じやり方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15000"/>
            <a:ext cx="11064240" cy="731520"/>
          </a:xfrm>
          <a:prstGeom prst="round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2B2350"/>
                </a:solidFill>
                <a:latin typeface="Meiryo UI"/>
              </a:rPr>
              <a:t>Zoomや電話で話している時も、手を当てておくことができます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安全に流せているか、数字で確かめる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「ぐっと圧がかかったな」と感じたら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194560" cy="731520"/>
          </a:xfrm>
          <a:prstGeom prst="roundRect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900" b="1">
                <a:solidFill>
                  <a:srgbClr val="FFFFFF"/>
                </a:solidFill>
                <a:latin typeface="Meiryo UI"/>
              </a:rPr>
              <a:t>圧を感じた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97480"/>
            <a:ext cx="2194560" cy="128016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0">
                <a:solidFill>
                  <a:srgbClr val="2A2A2A"/>
                </a:solidFill>
                <a:latin typeface="Meiryo UI"/>
              </a:rPr>
              <a:t>ぐっと押される・</a:t>
            </a:r>
          </a:p>
          <a:p>
            <a:pPr algn="ctr"/>
            <a:r>
              <a:rPr sz="1700" b="0">
                <a:solidFill>
                  <a:srgbClr val="2A2A2A"/>
                </a:solidFill>
                <a:latin typeface="Meiryo UI"/>
              </a:rPr>
              <a:t>圧がかかる感じ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70632" y="2194560"/>
            <a:ext cx="265176" cy="0"/>
          </a:xfrm>
          <a:prstGeom prst="line">
            <a:avLst/>
          </a:prstGeom>
          <a:ln w="508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63240" y="1828800"/>
            <a:ext cx="2194560" cy="731520"/>
          </a:xfrm>
          <a:prstGeom prst="roundRect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900" b="1">
                <a:solidFill>
                  <a:srgbClr val="FFFFFF"/>
                </a:solidFill>
                <a:latin typeface="Meiryo UI"/>
              </a:rPr>
              <a:t>測る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697480"/>
            <a:ext cx="2194560" cy="128016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0">
                <a:solidFill>
                  <a:srgbClr val="2A2A2A"/>
                </a:solidFill>
                <a:latin typeface="Meiryo UI"/>
              </a:rPr>
              <a:t>血圧と</a:t>
            </a:r>
          </a:p>
          <a:p>
            <a:pPr algn="ctr"/>
            <a:r>
              <a:rPr sz="1700" b="0">
                <a:solidFill>
                  <a:srgbClr val="2A2A2A"/>
                </a:solidFill>
                <a:latin typeface="Meiryo UI"/>
              </a:rPr>
              <a:t>サチュレーション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85232" y="2194560"/>
            <a:ext cx="265176" cy="0"/>
          </a:xfrm>
          <a:prstGeom prst="line">
            <a:avLst/>
          </a:prstGeom>
          <a:ln w="508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77840" y="1828800"/>
            <a:ext cx="2194560" cy="731520"/>
          </a:xfrm>
          <a:prstGeom prst="roundRect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900" b="1">
                <a:solidFill>
                  <a:srgbClr val="FFFFFF"/>
                </a:solidFill>
                <a:latin typeface="Meiryo UI"/>
              </a:rPr>
              <a:t>LINEで知らせる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697480"/>
            <a:ext cx="2194560" cy="128016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0">
                <a:solidFill>
                  <a:srgbClr val="2A2A2A"/>
                </a:solidFill>
                <a:latin typeface="Meiryo UI"/>
              </a:rPr>
              <a:t>由香さんへ</a:t>
            </a:r>
          </a:p>
          <a:p>
            <a:pPr algn="ctr"/>
            <a:r>
              <a:rPr sz="1700" b="0">
                <a:solidFill>
                  <a:srgbClr val="2A2A2A"/>
                </a:solidFill>
                <a:latin typeface="Meiryo UI"/>
              </a:rPr>
              <a:t>数字を送る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72237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・測るときは、話さずに静かにしてから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・数字を見ながら、川越さんの体に合った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　流し方（強さ）を一緒に探していきます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383280" cy="4480560"/>
          </a:xfrm>
          <a:prstGeom prst="round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D9443B"/>
                </a:solidFill>
                <a:latin typeface="Meiryo UI"/>
              </a:rPr>
              <a:t>血圧が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7200" b="1">
                <a:solidFill>
                  <a:srgbClr val="D9443B"/>
                </a:solidFill>
                <a:latin typeface="Meiryo UI"/>
              </a:rPr>
              <a:t>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490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D9443B"/>
                </a:solidFill>
                <a:latin typeface="Meiryo UI"/>
              </a:rPr>
              <a:t>を超えていたら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389120"/>
            <a:ext cx="292608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圧を和らげて、</a:t>
            </a:r>
          </a:p>
          <a:p>
            <a:pPr algn="ctr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やさしく流す</a:t>
            </a:r>
          </a:p>
          <a:p>
            <a:pPr algn="ctr">
              <a:spcAft>
                <a:spcPts val="600"/>
              </a:spcAft>
            </a:pPr>
            <a:r>
              <a:rPr sz="1900" b="0">
                <a:solidFill>
                  <a:srgbClr val="2A2A2A"/>
                </a:solidFill>
                <a:latin typeface="Meiryo UI"/>
              </a:rPr>
              <a:t>合図です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第1チャクラとお話しする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エネルギーを流すだけでなく、チャクラの気持ちを聞いてみる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548640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光のグローブをはめる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40"/>
            <a:ext cx="548640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「第1チャクラさん、出てきて」と手の上に取り出す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20440"/>
            <a:ext cx="548640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どんな形に見えるか感じてみる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480559"/>
            <a:ext cx="640080" cy="64008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34840"/>
            <a:ext cx="548640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「はい・いいえ」で答えられる質問をする
（例：今エネルギー流したけど、分かった？）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394959"/>
            <a:ext cx="640080" cy="64008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349240"/>
            <a:ext cx="548640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A2A2A"/>
                </a:solidFill>
                <a:latin typeface="Meiryo UI"/>
              </a:rPr>
              <a:t>「ありがとう」と言って元の位置に戻す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691640"/>
            <a:ext cx="4297680" cy="448056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874519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350"/>
                </a:solidFill>
                <a:latin typeface="Meiryo UI"/>
              </a:rPr>
              <a:t>くり返すと、チャクラが育つ</a:t>
            </a:r>
          </a:p>
        </p:txBody>
      </p:sp>
      <p:sp>
        <p:nvSpPr>
          <p:cNvPr id="16" name="Oval 15"/>
          <p:cNvSpPr/>
          <p:nvPr/>
        </p:nvSpPr>
        <p:spPr>
          <a:xfrm>
            <a:off x="7978140" y="3520439"/>
            <a:ext cx="411480" cy="41148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40690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 UI"/>
              </a:rPr>
              <a:t>小さな雫</a:t>
            </a:r>
          </a:p>
        </p:txBody>
      </p:sp>
      <p:sp>
        <p:nvSpPr>
          <p:cNvPr id="18" name="Oval 17"/>
          <p:cNvSpPr/>
          <p:nvPr/>
        </p:nvSpPr>
        <p:spPr>
          <a:xfrm>
            <a:off x="9189720" y="3291839"/>
            <a:ext cx="640080" cy="64008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40690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 UI"/>
              </a:rPr>
              <a:t>大きくなる</a:t>
            </a:r>
          </a:p>
        </p:txBody>
      </p:sp>
      <p:sp>
        <p:nvSpPr>
          <p:cNvPr id="20" name="Oval 19"/>
          <p:cNvSpPr/>
          <p:nvPr/>
        </p:nvSpPr>
        <p:spPr>
          <a:xfrm>
            <a:off x="10401300" y="3063239"/>
            <a:ext cx="868680" cy="868680"/>
          </a:xfrm>
          <a:prstGeom prst="ellipse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40690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Meiryo UI"/>
              </a:rPr>
              <a:t>王冠をかぶる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10607040" y="2606040"/>
            <a:ext cx="457200" cy="365760"/>
          </a:xfrm>
          <a:prstGeom prst="triangl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754880"/>
            <a:ext cx="38404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A2A2A"/>
                </a:solidFill>
                <a:latin typeface="Meiryo UI"/>
              </a:rPr>
              <a:t>形は人によって違います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A2A2A"/>
                </a:solidFill>
                <a:latin typeface="Meiryo UI"/>
              </a:rPr>
              <a:t>（水晶・龍・スライム・小さな兵隊さん…）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eiryo UI"/>
              </a:rPr>
              <a:t>毎日のこと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25880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eiryo UI"/>
              </a:rPr>
              <a:t>エネルギーを流すときは、大事なところにも通して、先から外へ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21991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21991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eiryo UI"/>
              </a:rPr>
              <a:t>寝るときは、光のグローブで大事なところに手を当てる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18104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118104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eiryo UI"/>
              </a:rPr>
              <a:t>第1チャクラとお話しして、気持ちを聞いてみる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14215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014215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eiryo UI"/>
              </a:rPr>
              <a:t>圧を感じたら、血圧とサチュレーションを測ってLINEで知らせる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10328"/>
            <a:ext cx="731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9103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eiryo UI"/>
              </a:rPr>
              <a:t>肺のレントゲン写真・お薬の一覧の写真を送る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8D2EC"/>
                </a:solidFill>
                <a:latin typeface="Meiryo UI"/>
              </a:rPr>
              <a:t>※ このセッションは医療の代わりではありません。息苦しさが強い時や体調の変化がある時は、主治医の先生に相談してください。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