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ja-JP" altLang="en-US" sz="1600" dirty="0">
                <a:solidFill>
                  <a:srgbClr val="666666"/>
                </a:solidFill>
                <a:latin typeface="Meiryo UI"/>
              </a:rPr>
              <a:t>高橋の見立て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（</a:t>
            </a:r>
            <a:r>
              <a:rPr sz="1600" b="0" dirty="0" err="1">
                <a:solidFill>
                  <a:srgbClr val="666666"/>
                </a:solidFill>
                <a:latin typeface="Meiryo UI"/>
              </a:rPr>
              <a:t>感覚でとらえたもので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、</a:t>
            </a:r>
            <a:r>
              <a:rPr lang="ja-JP" altLang="en-US" sz="1600" b="0" dirty="0">
                <a:solidFill>
                  <a:srgbClr val="666666"/>
                </a:solidFill>
                <a:latin typeface="Meiryo UI"/>
              </a:rPr>
              <a:t>川越さんの参考とされてください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3234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第一夫人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>
                <a:solidFill>
                  <a:srgbClr val="2A2A2A"/>
                </a:solidFill>
                <a:latin typeface="Meiryo UI"/>
              </a:rPr>
              <a:t>（</a:t>
            </a:r>
            <a:r>
              <a:rPr sz="1300" b="0" dirty="0" err="1">
                <a:solidFill>
                  <a:srgbClr val="2A2A2A"/>
                </a:solidFill>
                <a:latin typeface="Meiryo UI"/>
              </a:rPr>
              <a:t>政略結婚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甘えられず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、</a:t>
            </a:r>
          </a:p>
          <a:p>
            <a:pPr algn="ctr">
              <a:spcAft>
                <a:spcPts val="600"/>
              </a:spcAft>
            </a:pPr>
            <a:r>
              <a:rPr lang="ja-JP" altLang="en-US" sz="1300" dirty="0">
                <a:solidFill>
                  <a:srgbClr val="2A2A2A"/>
                </a:solidFill>
                <a:latin typeface="Meiryo UI"/>
              </a:rPr>
              <a:t>一緒に楽しみたい</a:t>
            </a:r>
            <a:br>
              <a:rPr lang="en-US" altLang="ja-JP" sz="1300" dirty="0">
                <a:solidFill>
                  <a:srgbClr val="2A2A2A"/>
                </a:solidFill>
                <a:latin typeface="Meiryo UI"/>
              </a:rPr>
            </a:br>
            <a:r>
              <a:rPr lang="ja-JP" altLang="en-US" sz="1300" dirty="0">
                <a:solidFill>
                  <a:srgbClr val="2A2A2A"/>
                </a:solidFill>
                <a:latin typeface="Meiryo UI"/>
              </a:rPr>
              <a:t>を言えなかった</a:t>
            </a:r>
            <a:endParaRPr sz="1300" b="0" dirty="0">
              <a:solidFill>
                <a:srgbClr val="2A2A2A"/>
              </a:solidFill>
              <a:latin typeface="Meiryo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40038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第二夫人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川越さんが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本当に好きだった人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>
                <a:solidFill>
                  <a:srgbClr val="2A2A2A"/>
                </a:solidFill>
                <a:latin typeface="Meiryo UI"/>
              </a:rPr>
              <a:t>（</a:t>
            </a:r>
            <a:r>
              <a:rPr lang="ja-JP" altLang="en-US" sz="1300" dirty="0">
                <a:solidFill>
                  <a:srgbClr val="2A2A2A"/>
                </a:solidFill>
                <a:latin typeface="Meiryo UI"/>
              </a:rPr>
              <a:t>高橋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は</a:t>
            </a: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こちらに仕えていた</a:t>
            </a:r>
            <a:r>
              <a:rPr lang="ja-JP" altLang="en-US" sz="1300" b="0" dirty="0">
                <a:solidFill>
                  <a:srgbClr val="2A2A2A"/>
                </a:solidFill>
                <a:latin typeface="Meiryo UI"/>
              </a:rPr>
              <a:t>可能性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6519672" cy="6858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前世の罪滅ぼしは、もう終わっています</a:t>
            </a:r>
            <a:endParaRPr sz="1300" b="1" dirty="0">
              <a:solidFill>
                <a:srgbClr val="2B2350"/>
              </a:solidFill>
              <a:latin typeface="Meiryo UI"/>
            </a:endParaRPr>
          </a:p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一緒に出かけ、食事を楽しめたことで解消。彼女の結婚が</a:t>
            </a:r>
            <a:r>
              <a:rPr lang="ja-JP" altLang="en-US" sz="1300" b="1" dirty="0">
                <a:solidFill>
                  <a:srgbClr val="2B2350"/>
                </a:solidFill>
                <a:latin typeface="Meiryo UI"/>
              </a:rPr>
              <a:t>カルマが</a:t>
            </a:r>
            <a:r>
              <a:rPr sz="1300" b="1" dirty="0">
                <a:solidFill>
                  <a:srgbClr val="2B2350"/>
                </a:solidFill>
                <a:latin typeface="Meiryo UI"/>
              </a:rPr>
              <a:t>「</a:t>
            </a:r>
            <a:r>
              <a:rPr sz="1300" b="1" dirty="0" err="1">
                <a:solidFill>
                  <a:srgbClr val="2B2350"/>
                </a:solidFill>
                <a:latin typeface="Meiryo UI"/>
              </a:rPr>
              <a:t>満足できた」しるし</a:t>
            </a:r>
            <a:endParaRPr sz="1300" b="1" dirty="0">
              <a:solidFill>
                <a:srgbClr val="2B2350"/>
              </a:solidFill>
              <a:latin typeface="Meiryo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12080" y="2194560"/>
            <a:ext cx="6492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ここからの道は2つ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651760"/>
            <a:ext cx="3154680" cy="310896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394960" y="2788920"/>
            <a:ext cx="2788920" cy="59436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今、関係を深める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彼女の周りの人も、
川越さんの周りの人も
傷つけることになりかねない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84848" y="4498848"/>
            <a:ext cx="0" cy="274320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新しい因縁（闇）を生み、
来世へ持ち越す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2651760"/>
            <a:ext cx="3154680" cy="310896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59952" y="2788920"/>
            <a:ext cx="2788920" cy="5943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eiryo UI"/>
              </a:rPr>
              <a:t>今の関係を大切にする</a:t>
            </a:r>
            <a:endParaRPr lang="en-US" sz="1600" b="1" dirty="0">
              <a:solidFill>
                <a:srgbClr val="FFFFFF"/>
              </a:solidFill>
              <a:latin typeface="Meiryo UI"/>
            </a:endParaRPr>
          </a:p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Meiryo UI"/>
              </a:rPr>
              <a:t>又は手放す</a:t>
            </a:r>
            <a:endParaRPr sz="1600" b="1" dirty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759952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彼女の今の暮らしと
幸せを見守る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49840" y="4498848"/>
            <a:ext cx="0" cy="27432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59952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来世で、良いご縁として
一緒になる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11274552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来世で良いご縁となるのか、因縁になるのかは、ここからの川越さんの行動しだいです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98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Meiryo UI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KANON_Takahashi Yuka</cp:lastModifiedBy>
  <cp:revision>3</cp:revision>
  <dcterms:created xsi:type="dcterms:W3CDTF">2013-01-27T09:14:16Z</dcterms:created>
  <dcterms:modified xsi:type="dcterms:W3CDTF">2026-10-14T05:25:47Z</dcterms:modified>
  <cp:category/>
</cp:coreProperties>
</file>