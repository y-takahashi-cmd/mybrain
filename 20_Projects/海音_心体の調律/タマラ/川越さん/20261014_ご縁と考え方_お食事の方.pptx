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Meiryo UI"/>
              </a:rPr>
              <a:t>由香さんの見立て（感覚でとらえたもので、確かなものではありません）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第一夫人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（政略結婚）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甘えられず、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一緒に出かけたいと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言えなかった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第二夫人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川越さんが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本当に好きだった人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（由香さんは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こちらに仕えていた）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6519672" cy="6858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2B2350"/>
                </a:solidFill>
                <a:latin typeface="Meiryo UI"/>
              </a:rPr>
              <a:t>前世の罪滅ぼしは、もう終わっています</a:t>
            </a:r>
          </a:p>
          <a:p>
            <a:pPr algn="ctr"/>
            <a:r>
              <a:rPr sz="1300" b="1">
                <a:solidFill>
                  <a:srgbClr val="2B2350"/>
                </a:solidFill>
                <a:latin typeface="Meiryo UI"/>
              </a:rPr>
              <a:t>一緒に出かけ、食事を楽しめたことで解消。彼女の結婚が「満足できた」しるし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194560"/>
            <a:ext cx="6492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ここからの道は2つ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651760"/>
            <a:ext cx="3154680" cy="310896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2788920"/>
            <a:ext cx="2788920" cy="59436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今、関係を深める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474720"/>
            <a:ext cx="27889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彼女の周りの人も、
川越さんの周りの人も
傷つけることになりかねない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84848" y="4498848"/>
            <a:ext cx="0" cy="274320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4846320"/>
            <a:ext cx="27889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新しい因縁（闇）を生み、
来世へ持ち越す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2651760"/>
            <a:ext cx="3154680" cy="310896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59952" y="2788920"/>
            <a:ext cx="2788920" cy="5943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今の関係を大切にする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2" y="3474720"/>
            <a:ext cx="27889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彼女の今の暮らしと
幸せを見守る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49840" y="4498848"/>
            <a:ext cx="0" cy="27432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59952" y="4846320"/>
            <a:ext cx="27889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来世で、良いご縁として
一緒になる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11274552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来世で良いご縁となるのか、因縁になるのかは、ここからの川越さんの行動しだいです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