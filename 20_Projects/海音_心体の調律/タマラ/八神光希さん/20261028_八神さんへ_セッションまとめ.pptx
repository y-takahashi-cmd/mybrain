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E6DA4"/>
                </a:solidFill>
                <a:latin typeface="Yu Gothic UI"/>
              </a:rPr>
              <a:t>八神 光希さんへ　｜　2026年10月28日 セッションから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274320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6B7280"/>
                </a:solidFill>
                <a:latin typeface="Yu Gothic UI"/>
              </a:rPr>
              <a:t>「早くやりなさい」── 5年後のみっちゃんより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338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F3A5F"/>
                </a:solidFill>
                <a:latin typeface="Yu Gothic UI"/>
              </a:rPr>
              <a:t>「生きながら覚醒する」を、お話会から始める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3611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1　今日気づいたこと</a:t>
            </a:r>
          </a:p>
        </p:txBody>
      </p:sp>
      <p:pic>
        <p:nvPicPr>
          <p:cNvPr id="7" name="Picture 6" descr="img1.png"/>
          <p:cNvPicPr>
            <a:picLocks noChangeAspect="1"/>
          </p:cNvPicPr>
          <p:nvPr/>
        </p:nvPicPr>
        <p:blipFill>
          <a:blip r:embed="rId2"/>
          <a:srcRect t="12661" b="12661"/>
          <a:stretch>
            <a:fillRect/>
          </a:stretch>
        </p:blipFill>
        <p:spPr>
          <a:xfrm>
            <a:off x="685800" y="2121408"/>
            <a:ext cx="31546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538728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「いやいや、やってる自分に気がついた」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イベントはお休みして、</a:t>
            </a:r>
          </a:p>
          <a:p>
            <a:pPr algn="l">
              <a:lnSpc>
                <a:spcPct val="110000"/>
              </a:lnSpc>
            </a:pPr>
            <a:r>
              <a:rPr sz="1350" b="1">
                <a:solidFill>
                  <a:srgbClr val="1F3A5F"/>
                </a:solidFill>
                <a:latin typeface="Yu Gothic UI"/>
              </a:rPr>
              <a:t>本当にやりたいことだけに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34256"/>
            <a:ext cx="3154680" cy="128016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07408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B7280"/>
                </a:solidFill>
                <a:latin typeface="Yu Gothic UI"/>
              </a:rPr>
              <a:t>「マネタイズは邪道」と思っていた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A5F"/>
                </a:solidFill>
                <a:latin typeface="Yu Gothic UI"/>
              </a:rPr>
              <a:t>スピリチュアルも、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1F3A5F"/>
                </a:solidFill>
                <a:latin typeface="Yu Gothic UI"/>
              </a:rPr>
              <a:t>マネタイズできる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1F3A5F"/>
                </a:solidFill>
                <a:latin typeface="Yu Gothic UI"/>
              </a:rPr>
              <a:t>まず私が豊かで、ゆとりを。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2E6DA4"/>
                </a:solidFill>
                <a:latin typeface="Yu Gothic UI"/>
              </a:rPr>
              <a:t>「受け取るのは、大好き」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749039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291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2　5年後のみっちゃん</a:t>
            </a:r>
          </a:p>
        </p:txBody>
      </p:sp>
      <p:pic>
        <p:nvPicPr>
          <p:cNvPr id="13" name="Picture 12" descr="img2.png"/>
          <p:cNvPicPr>
            <a:picLocks noChangeAspect="1"/>
          </p:cNvPicPr>
          <p:nvPr/>
        </p:nvPicPr>
        <p:blipFill>
          <a:blip r:embed="rId3"/>
          <a:srcRect t="19152" b="19152"/>
          <a:stretch>
            <a:fillRect/>
          </a:stretch>
        </p:blipFill>
        <p:spPr>
          <a:xfrm>
            <a:off x="4480560" y="2121408"/>
            <a:ext cx="3291839" cy="1143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80560" y="3355848"/>
            <a:ext cx="3291839" cy="1143000"/>
          </a:xfrm>
          <a:prstGeom prst="roundRect">
            <a:avLst>
              <a:gd name="adj" fmla="val 6000"/>
            </a:avLst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419856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E6DA4"/>
                </a:solidFill>
                <a:latin typeface="Yu Gothic UI"/>
              </a:rPr>
              <a:t>色</a:t>
            </a:r>
            <a:r>
              <a:rPr sz="1150" b="0">
                <a:solidFill>
                  <a:srgbClr val="1F3A5F"/>
                </a:solidFill>
                <a:latin typeface="Yu Gothic UI"/>
              </a:rPr>
              <a:t>　シャンパンゴールド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E6DA4"/>
                </a:solidFill>
                <a:latin typeface="Yu Gothic UI"/>
              </a:rPr>
              <a:t>服</a:t>
            </a:r>
            <a:r>
              <a:rPr sz="1150" b="0">
                <a:solidFill>
                  <a:srgbClr val="1F3A5F"/>
                </a:solidFill>
                <a:latin typeface="Yu Gothic UI"/>
              </a:rPr>
              <a:t>　着物リメイクのワンピース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E6DA4"/>
                </a:solidFill>
                <a:latin typeface="Yu Gothic UI"/>
              </a:rPr>
              <a:t>場</a:t>
            </a:r>
            <a:r>
              <a:rPr sz="1150" b="0">
                <a:solidFill>
                  <a:srgbClr val="1F3A5F"/>
                </a:solidFill>
                <a:latin typeface="Yu Gothic UI"/>
              </a:rPr>
              <a:t>　呼ばれた場所で、100人のお話会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E6DA4"/>
                </a:solidFill>
                <a:latin typeface="Yu Gothic UI"/>
              </a:rPr>
              <a:t>言葉</a:t>
            </a:r>
            <a:r>
              <a:rPr sz="1150" b="0">
                <a:solidFill>
                  <a:srgbClr val="1F3A5F"/>
                </a:solidFill>
                <a:latin typeface="Yu Gothic UI"/>
              </a:rPr>
              <a:t>　「生きながら覚醒する」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663440"/>
            <a:ext cx="9144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2E6DA4"/>
                </a:solidFill>
                <a:latin typeface="Yu Gothic UI"/>
              </a:rPr>
              <a:t>お話会</a:t>
            </a: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Yu Gothic UI"/>
              </a:rPr>
              <a:t>本の説明・40分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40680" y="4882896"/>
            <a:ext cx="182880" cy="182880"/>
          </a:xfrm>
          <a:prstGeom prst="rightArrow">
            <a:avLst/>
          </a:prstGeom>
          <a:solidFill>
            <a:srgbClr val="8FB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4663440"/>
            <a:ext cx="9144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2E6DA4"/>
                </a:solidFill>
                <a:latin typeface="Yu Gothic UI"/>
              </a:rPr>
              <a:t>公開セッション</a:t>
            </a: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Yu Gothic UI"/>
              </a:rPr>
              <a:t>質問に答える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629400" y="4882896"/>
            <a:ext cx="182880" cy="182880"/>
          </a:xfrm>
          <a:prstGeom prst="rightArrow">
            <a:avLst/>
          </a:prstGeom>
          <a:solidFill>
            <a:srgbClr val="8FB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4663440"/>
            <a:ext cx="91440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FB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2E6DA4"/>
                </a:solidFill>
                <a:latin typeface="Yu Gothic UI"/>
              </a:rPr>
              <a:t>第一部コース</a:t>
            </a: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B7280"/>
                </a:solidFill>
                <a:latin typeface="Yu Gothic UI"/>
              </a:rPr>
              <a:t>3名限定・1年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413248"/>
            <a:ext cx="3291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料金・人数は、11/4にみっちゃんの言葉で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481328"/>
            <a:ext cx="3547872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45920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3A5F"/>
                </a:solidFill>
                <a:latin typeface="Yu Gothic UI"/>
              </a:rPr>
              <a:t>3　次にやること</a:t>
            </a:r>
          </a:p>
        </p:txBody>
      </p:sp>
      <p:pic>
        <p:nvPicPr>
          <p:cNvPr id="27" name="Picture 26" descr="img3.png"/>
          <p:cNvPicPr>
            <a:picLocks noChangeAspect="1"/>
          </p:cNvPicPr>
          <p:nvPr/>
        </p:nvPicPr>
        <p:blipFill>
          <a:blip r:embed="rId4"/>
          <a:srcRect t="15794" b="15794"/>
          <a:stretch>
            <a:fillRect/>
          </a:stretch>
        </p:blipFill>
        <p:spPr>
          <a:xfrm>
            <a:off x="8412480" y="2121408"/>
            <a:ext cx="3090672" cy="1188720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8412480" y="3447288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3419856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お話会を先に始める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いつ：　　月　　日　　誰に：　　　　さん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0" y="4032504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4005072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通っている方に「その後どう？」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変わったことを一言ずつ聞いてみる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4617720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4590288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「新たな収入として」リチャージ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来年1月までに260,000円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5202936"/>
            <a:ext cx="329184" cy="329184"/>
          </a:xfrm>
          <a:prstGeom prst="ellipse">
            <a:avLst/>
          </a:prstGeom>
          <a:solidFill>
            <a:srgbClr val="4FB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5175503"/>
            <a:ext cx="26791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F3A5F"/>
                </a:solidFill>
                <a:latin typeface="Yu Gothic UI"/>
              </a:rPr>
              <a:t>カードの準備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6B7280"/>
                </a:solidFill>
                <a:latin typeface="Yu Gothic UI"/>
              </a:rPr>
              <a:t>11/4（水）10:00 ファーストの手続き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16168"/>
            <a:ext cx="11274552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g4.png"/>
          <p:cNvPicPr>
            <a:picLocks noChangeAspect="1"/>
          </p:cNvPicPr>
          <p:nvPr/>
        </p:nvPicPr>
        <p:blipFill>
          <a:blip r:embed="rId5"/>
          <a:srcRect l="9037" r="9037"/>
          <a:stretch>
            <a:fillRect/>
          </a:stretch>
        </p:blipFill>
        <p:spPr>
          <a:xfrm>
            <a:off x="566928" y="5989320"/>
            <a:ext cx="1051560" cy="7223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783080" y="5980176"/>
            <a:ext cx="79552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F3A5F"/>
                </a:solidFill>
                <a:latin typeface="Yu Gothic UI"/>
              </a:rPr>
              <a:t>「その人が変わっていく、きっかけを作る人であればいい」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6373368"/>
            <a:ext cx="8001000" cy="338328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6373368"/>
            <a:ext cx="80010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E6DA4"/>
                </a:solidFill>
                <a:latin typeface="Yu Gothic UI"/>
              </a:rPr>
              <a:t>みっちゃんが迷った時・やりたくないと思った時は、5年後の自分に言葉をもらいに行ってね。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596188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>
                <a:solidFill>
                  <a:srgbClr val="2E6DA4"/>
                </a:solidFill>
                <a:latin typeface="Yu Gothic UI"/>
              </a:rPr>
              <a:t>髙橋 由香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12680" y="6400800"/>
            <a:ext cx="1600200" cy="292608"/>
          </a:xfrm>
          <a:prstGeom prst="roundRect">
            <a:avLst>
              <a:gd name="adj" fmla="val 20000"/>
            </a:avLst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12680" y="6400800"/>
            <a:ext cx="16002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1F3A5F"/>
                </a:solidFill>
                <a:latin typeface="Yu Gothic UI"/>
              </a:rPr>
              <a:t>次回：11/4（水）10:00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