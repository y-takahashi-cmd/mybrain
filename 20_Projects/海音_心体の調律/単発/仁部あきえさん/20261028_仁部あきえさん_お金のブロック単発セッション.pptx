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8-1.jpg" ContentType="image/jpg"/>
  <Override PartName="/ppt/media/image-20-1.jpg" ContentType="image/jpg"/>
  <Override PartName="/ppt/media/image-21-1.jpg" ContentType="image/jpg"/>
  <Override PartName="/ppt/media/image-23-1.jpg" ContentType="image/jpg"/>
  <Override PartName="/ppt/media/image-24-1.jpg" ContentType="image/jpg"/>
  <Override PartName="/ppt/media/image-25-1.jpg" ContentType="image/jpg"/>
  <Override PartName="/ppt/media/image-28-1.jpg" ContentType="image/jpg"/>
  <Override PartName="/ppt/media/image-33-1.jpg" ContentType="image/jpg"/>
  <Override PartName="/ppt/media/image-47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7af57940-bbe6-5cf3-7e41-2786a1b87abf}">
          <p14:sldIdLst>
            <p14:sldId id="256"/>
            <p14:sldId id="257"/>
            <p14:sldId id="258"/>
          </p14:sldIdLst>
        </p14:section>
        <p14:section name="第1部 魂の傷を聴く" id="{13cf408c-378f-119b-0871-685115f2d75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第2部 頭の構造を知る" id="{c77977bd-e80c-f6b0-28f3-b71a09cb14aa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ワーク 思い込みを書き換える" id="{b8090378-0635-5dc1-75bc-471a9a83f5ba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エネルギー" id="{35b50227-3997-a25b-0eb9-3237bd52aa88}">
          <p14:sldIdLst>
            <p14:sldId id="297"/>
          </p14:sldIdLst>
        </p14:section>
        <p14:section name="まとめ" id="{cbeb59ed-23ab-af74-9254-78927b270854}">
          <p14:sldIdLst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仁部さんが話してくれたエピソード。怖かった？悲しかった？怒り？寂しさ？と、気持ちに名前をつける手伝いをする。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聴いたお話を受け取ってから、講座へ。講座の途中で、いま聴いた話（お父さんのお酒・両親の喧嘩など）につなげて話す。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物語の入り口。第1部で聴いた仁部さんの話を受けて「それはあなたの意志が弱いからではなく、頭（脳）の仕組みだから」と伝えて、次へ。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お父さん・お母さんの話は、ここにつながる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1階層目で一番強いものを軸に、2階層目も同じ質問で出す。点数がわからない時はOリング・筋肉反射で。例：情報発信が魅力的でない50点／批判されるのが嫌だ75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見える・色・聞こえる・体の感じで、理想の自分をはっきりさせる。その理想のあなたから、次のスライドで「あの時のあなた」に言葉をかける。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第1部の「1〜10で言うと、今どの段階ですか？」で聞いた数字と比べる。由香が＿＿に打ち込む。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由香さんの言葉。一度で外れなくても失敗ではなく、ほどいている途中だと伝える。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0〜20分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20〜35分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事前にいただいたメッセージにも、子どもの頃のことがありましたね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幼少期のお金の記憶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「家にお金を入れない」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その頃、何を感じていましたか？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ご両親を責めるのではなく、当時のあなたの気持ちを大切にします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なぜ「わかっているのに」変われないのか（20〜35分）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穴埋め「お金とは、＿」「お金を受け取る私は、＿」→本人の言葉を打ち込む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お金の思い込みを言葉にする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「お金とは、＿＿＿＿＿＿＿＿」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「お金を受け取る私は、＿＿＿＿＿＿＿＿」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理想のあなたを思い浮かべる「どんなあなたですか？」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理想のあなたから「あの時のあなたへ、＿」→「伝えてみて、どんな気持ち？」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「これから選びたいお金の考え」を本人の言葉で（由香が打ち込む）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相手の中にも入ってみる？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理想のあなたを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どんなあなたですか？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これから選びたい、お金の考え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今までの考え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これから選びたい考え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はじめる前に、今の気持ちと体の感じを確かめます。終わったら、感じたことを言葉にしてみましょう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今の段階は、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gic_main"/>
          <p:cNvSpPr txBox="1"/>
          <p:nvPr/>
        </p:nvSpPr>
        <p:spPr>
          <a:xfrm>
            <a:off x="548640" y="1005840"/>
            <a:ext cx="80467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根深いものは、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何度も何度も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自分に魔法をかけて、とっていく</a:t>
            </a:r>
            <a:endParaRPr lang="en-US" sz="3400" dirty="0"/>
          </a:p>
        </p:txBody>
      </p:sp>
      <p:sp>
        <p:nvSpPr>
          <p:cNvPr id="3" name="magic_sub"/>
          <p:cNvSpPr txBox="1"/>
          <p:nvPr/>
        </p:nvSpPr>
        <p:spPr>
          <a:xfrm>
            <a:off x="73152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あなたが自分にかける言葉が、魔法になります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2026-10-27T15:49:00Z</dcterms:created>
  <dcterms:modified xsi:type="dcterms:W3CDTF">2026-10-27T15:49:00Z</dcterms:modified>
</cp:coreProperties>
</file>