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db7303c2-d1f6-bc41-3e52-bc85478aef1d}">
          <p14:sldIdLst>
            <p14:sldId id="256"/>
            <p14:sldId id="257"/>
          </p14:sldIdLst>
        </p14:section>
        <p14:section name="第1部 頭の構造を知る" id="{6e469429-a5da-10bc-bd9f-5563cf2e5cfa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第2部 魂の傷を聴く" id="{bfb71d27-1946-33ab-aeca-b6b7b24b4db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ワーク 思い込みを書き換える" id="{90ca4c45-07ce-a1fd-029a-9256af6fedc0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エネルギー" id="{b2c00bd7-5b52-7a1c-1f78-a2ceb934ee77}">
          <p14:sldIdLst>
            <p14:sldId id="295"/>
          </p14:sldIdLst>
        </p14:section>
        <p14:section name="まとめ" id="{406f9160-dad5-8a50-4393-b5ef833bcbf1}">
          <p14:sldIdLst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1日6万回考え、80％はネガティブ、95％は昨日と同じ。これは自分を守るための防衛本能（ホメオスタシス）。悪いことではない。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物語のしめくくり。第2部につなぐ。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例：「私は豊かにお金を受け取りたい！ただ…」。目標の言葉は仁部さんと決める。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VAKという言葉は使わず「何が見える？何が聞こえる？体はどんな感じ？」と聞く。お父さんのお酒・両親の喧嘩の場面が出る可能性が高い。感情が強く出たら止めて呼吸に戻す。ポジ変をしない。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このあと和解の質問を1つずつ。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相手の立場を4次元でゆらしながら感じる。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相手が目指していたゴールと自分のゴールを統合する（色・形・イメージなどで）。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見える・聞こえる・体の感じを2倍・3倍に大きくしていく。5次元・現在ポジションで具体的に何をしているかも聴く。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1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2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3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放っておくと、昨日と同じことを考える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何もしなければ、お金への考え方も、昨日と同じものが毎日くり返されます。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4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脳のクセ③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5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6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7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8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では、あなたの「お金の当たり前」は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どこで作られたのでしょう？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ここからは、お話を聴かせてください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直感でおしえてください（15〜35分）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何故、悩んでいますか？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今のお悩みに、幼少期の影響が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あると思われますか？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あるなーと思っても、思わなくても、どちらでも大丈夫です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　お金の思い込みを見つける</a:t>
            </a:r>
            <a:endParaRPr lang="en-US" sz="2400" dirty="0"/>
          </a:p>
        </p:txBody>
      </p:sp>
      <p:sp>
        <p:nvSpPr>
          <p:cNvPr id="3" name="s1_goal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1_goal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「私は〇〇を達成したい！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ただ、〇〇ができないかもしれない！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きついかもしれない…」</a:t>
            </a:r>
            <a:endParaRPr lang="en-US" sz="1700" dirty="0"/>
          </a:p>
        </p:txBody>
      </p:sp>
      <p:sp>
        <p:nvSpPr>
          <p:cNvPr id="5" name="s1_q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1_q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この言葉のあとに出てくる気持ちが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「お金の思い込み」の入り口です</a:t>
            </a:r>
            <a:endParaRPr lang="en-US" sz="1500" dirty="0"/>
          </a:p>
        </p:txBody>
      </p:sp>
      <p:pic>
        <p:nvPicPr>
          <p:cNvPr id="7" name="Image 0" descr="ガイドブック43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情報発信が魅力的でない 50点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批判されるのが嫌だ 75点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1階層目で一番強いものを軸に、2階層目も同じ質問で出す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点数がわからない時はOリング・筋肉反射で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　一番邪魔している思い込みを決める</a:t>
            </a:r>
            <a:endParaRPr lang="en-US" sz="2400" dirty="0"/>
          </a:p>
        </p:txBody>
      </p:sp>
      <p:sp>
        <p:nvSpPr>
          <p:cNvPr id="3" name="s3_card0"/>
          <p:cNvSpPr/>
          <p:nvPr/>
        </p:nvSpPr>
        <p:spPr>
          <a:xfrm>
            <a:off x="457200" y="12344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30_c"/>
          <p:cNvSpPr/>
          <p:nvPr/>
        </p:nvSpPr>
        <p:spPr>
          <a:xfrm>
            <a:off x="621792" y="149961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30_n"/>
          <p:cNvSpPr txBox="1"/>
          <p:nvPr/>
        </p:nvSpPr>
        <p:spPr>
          <a:xfrm>
            <a:off x="62179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3_head0"/>
          <p:cNvSpPr txBox="1"/>
          <p:nvPr/>
        </p:nvSpPr>
        <p:spPr>
          <a:xfrm>
            <a:off x="11430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情動が強いもの上位3つを選ぶ</a:t>
            </a:r>
            <a:endParaRPr lang="en-US" sz="1500" dirty="0"/>
          </a:p>
        </p:txBody>
      </p:sp>
      <p:sp>
        <p:nvSpPr>
          <p:cNvPr id="7" name="s3_body0"/>
          <p:cNvSpPr txBox="1"/>
          <p:nvPr/>
        </p:nvSpPr>
        <p:spPr>
          <a:xfrm>
            <a:off x="114300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全体を見て、点数の高いものから</a:t>
            </a:r>
            <a:endParaRPr lang="en-US" sz="1300" dirty="0"/>
          </a:p>
        </p:txBody>
      </p:sp>
      <p:sp>
        <p:nvSpPr>
          <p:cNvPr id="8" name="s3_card1"/>
          <p:cNvSpPr/>
          <p:nvPr/>
        </p:nvSpPr>
        <p:spPr>
          <a:xfrm>
            <a:off x="457200" y="233172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31_c"/>
          <p:cNvSpPr/>
          <p:nvPr/>
        </p:nvSpPr>
        <p:spPr>
          <a:xfrm>
            <a:off x="621792" y="2596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31_n"/>
          <p:cNvSpPr txBox="1"/>
          <p:nvPr/>
        </p:nvSpPr>
        <p:spPr>
          <a:xfrm>
            <a:off x="621792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3_head1"/>
          <p:cNvSpPr txBox="1"/>
          <p:nvPr/>
        </p:nvSpPr>
        <p:spPr>
          <a:xfrm>
            <a:off x="11430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一番邪魔している思い込みを1つ決める</a:t>
            </a:r>
            <a:endParaRPr lang="en-US" sz="1500" dirty="0"/>
          </a:p>
        </p:txBody>
      </p:sp>
      <p:sp>
        <p:nvSpPr>
          <p:cNvPr id="12" name="s3_body1"/>
          <p:cNvSpPr txBox="1"/>
          <p:nvPr/>
        </p:nvSpPr>
        <p:spPr>
          <a:xfrm>
            <a:off x="114300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判断できない時はOリング・筋肉反射で</a:t>
            </a:r>
            <a:endParaRPr lang="en-US" sz="1300" dirty="0"/>
          </a:p>
        </p:txBody>
      </p:sp>
      <p:pic>
        <p:nvPicPr>
          <p:cNvPr id="13" name="Image 0" descr="ガイドブック44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4　思い込みが生まれた場面へ（解放）</a:t>
            </a:r>
            <a:endParaRPr lang="en-US" sz="2400" dirty="0"/>
          </a:p>
        </p:txBody>
      </p:sp>
      <p:sp>
        <p:nvSpPr>
          <p:cNvPr id="3" name="s4_card0"/>
          <p:cNvSpPr/>
          <p:nvPr/>
        </p:nvSpPr>
        <p:spPr>
          <a:xfrm>
            <a:off x="457200" y="1188720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40_c"/>
          <p:cNvSpPr/>
          <p:nvPr/>
        </p:nvSpPr>
        <p:spPr>
          <a:xfrm>
            <a:off x="603504" y="133502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40_n"/>
          <p:cNvSpPr txBox="1"/>
          <p:nvPr/>
        </p:nvSpPr>
        <p:spPr>
          <a:xfrm>
            <a:off x="603504" y="1335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4_head0"/>
          <p:cNvSpPr txBox="1"/>
          <p:nvPr/>
        </p:nvSpPr>
        <p:spPr>
          <a:xfrm>
            <a:off x="1097280" y="1216152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今の自分の場所に立つ</a:t>
            </a:r>
            <a:endParaRPr lang="en-US" sz="1400" dirty="0"/>
          </a:p>
        </p:txBody>
      </p:sp>
      <p:sp>
        <p:nvSpPr>
          <p:cNvPr id="7" name="s4_body0"/>
          <p:cNvSpPr txBox="1"/>
          <p:nvPr/>
        </p:nvSpPr>
        <p:spPr>
          <a:xfrm>
            <a:off x="1097280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今の気持ちを、見えるもの・聞こえるもの・体の感じで話す</a:t>
            </a:r>
            <a:endParaRPr lang="en-US" sz="1200" dirty="0"/>
          </a:p>
        </p:txBody>
      </p:sp>
      <p:sp>
        <p:nvSpPr>
          <p:cNvPr id="8" name="s4_card1"/>
          <p:cNvSpPr/>
          <p:nvPr/>
        </p:nvSpPr>
        <p:spPr>
          <a:xfrm>
            <a:off x="457200" y="1975104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41_c"/>
          <p:cNvSpPr/>
          <p:nvPr/>
        </p:nvSpPr>
        <p:spPr>
          <a:xfrm>
            <a:off x="603504" y="212140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41_n"/>
          <p:cNvSpPr txBox="1"/>
          <p:nvPr/>
        </p:nvSpPr>
        <p:spPr>
          <a:xfrm>
            <a:off x="60350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4_head1"/>
          <p:cNvSpPr txBox="1"/>
          <p:nvPr/>
        </p:nvSpPr>
        <p:spPr>
          <a:xfrm>
            <a:off x="1097280" y="2002536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思い込みが生まれた過去の場面へ移動</a:t>
            </a:r>
            <a:endParaRPr lang="en-US" sz="1400" dirty="0"/>
          </a:p>
        </p:txBody>
      </p:sp>
      <p:sp>
        <p:nvSpPr>
          <p:cNvPr id="12" name="s4_body1"/>
          <p:cNvSpPr txBox="1"/>
          <p:nvPr/>
        </p:nvSpPr>
        <p:spPr>
          <a:xfrm>
            <a:off x="109728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その場面で、何が見えて、何が聞こえて、体はどんな感じか</a:t>
            </a:r>
            <a:endParaRPr lang="en-US" sz="1200" dirty="0"/>
          </a:p>
        </p:txBody>
      </p:sp>
      <p:sp>
        <p:nvSpPr>
          <p:cNvPr id="13" name="s4_card2"/>
          <p:cNvSpPr/>
          <p:nvPr/>
        </p:nvSpPr>
        <p:spPr>
          <a:xfrm>
            <a:off x="457200" y="2761488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42_c"/>
          <p:cNvSpPr/>
          <p:nvPr/>
        </p:nvSpPr>
        <p:spPr>
          <a:xfrm>
            <a:off x="603504" y="290779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42_n"/>
          <p:cNvSpPr txBox="1"/>
          <p:nvPr/>
        </p:nvSpPr>
        <p:spPr>
          <a:xfrm>
            <a:off x="603504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4_head2"/>
          <p:cNvSpPr txBox="1"/>
          <p:nvPr/>
        </p:nvSpPr>
        <p:spPr>
          <a:xfrm>
            <a:off x="1097280" y="2788920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その場所から出て、自分を外から見る</a:t>
            </a:r>
            <a:endParaRPr lang="en-US" sz="1400" dirty="0"/>
          </a:p>
        </p:txBody>
      </p:sp>
      <p:sp>
        <p:nvSpPr>
          <p:cNvPr id="17" name="s4_body2"/>
          <p:cNvSpPr txBox="1"/>
          <p:nvPr/>
        </p:nvSpPr>
        <p:spPr>
          <a:xfrm>
            <a:off x="1097280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次の2つの質問を、1つずつ聴いていく</a:t>
            </a:r>
            <a:endParaRPr lang="en-US" sz="1200" dirty="0"/>
          </a:p>
        </p:txBody>
      </p:sp>
      <p:sp>
        <p:nvSpPr>
          <p:cNvPr id="18" name="s4_card3"/>
          <p:cNvSpPr/>
          <p:nvPr/>
        </p:nvSpPr>
        <p:spPr>
          <a:xfrm>
            <a:off x="457200" y="3547872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s43_c"/>
          <p:cNvSpPr/>
          <p:nvPr/>
        </p:nvSpPr>
        <p:spPr>
          <a:xfrm>
            <a:off x="603504" y="369417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0" name="s43_n"/>
          <p:cNvSpPr txBox="1"/>
          <p:nvPr/>
        </p:nvSpPr>
        <p:spPr>
          <a:xfrm>
            <a:off x="603504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4_head3"/>
          <p:cNvSpPr txBox="1"/>
          <p:nvPr/>
        </p:nvSpPr>
        <p:spPr>
          <a:xfrm>
            <a:off x="1097280" y="3575304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もう一度その場所に戻り、全部吐き出す</a:t>
            </a:r>
            <a:endParaRPr lang="en-US" sz="1400" dirty="0"/>
          </a:p>
        </p:txBody>
      </p:sp>
      <p:sp>
        <p:nvSpPr>
          <p:cNvPr id="22" name="s4_body3"/>
          <p:cNvSpPr txBox="1"/>
          <p:nvPr/>
        </p:nvSpPr>
        <p:spPr>
          <a:xfrm>
            <a:off x="1097280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怒鳴る・泣く・大声・体を動かすなどOK</a:t>
            </a:r>
            <a:endParaRPr lang="en-US" sz="1200" dirty="0"/>
          </a:p>
        </p:txBody>
      </p:sp>
      <p:sp>
        <p:nvSpPr>
          <p:cNvPr id="23" name="s4_safe"/>
          <p:cNvSpPr/>
          <p:nvPr/>
        </p:nvSpPr>
        <p:spPr>
          <a:xfrm>
            <a:off x="6355080" y="1188720"/>
            <a:ext cx="2331720" cy="3035808"/>
          </a:xfrm>
          <a:prstGeom prst="roundRect">
            <a:avLst>
              <a:gd name="adj" fmla="val 4706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4" name="s4_safe_t"/>
          <p:cNvSpPr txBox="1"/>
          <p:nvPr/>
        </p:nvSpPr>
        <p:spPr>
          <a:xfrm>
            <a:off x="6492240" y="1325880"/>
            <a:ext cx="2057400" cy="2788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苦しくなったら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いったん止めて、息を完全に吐き切る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相手が聞いてくれて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謝っている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イメージで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もう一度その場所に戻って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言いたかったことを、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全部吐き出しましょう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100％出せましたか？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　和解と許し → 理想の未来へ</a:t>
            </a:r>
            <a:endParaRPr lang="en-US" sz="2400" dirty="0"/>
          </a:p>
        </p:txBody>
      </p:sp>
      <p:sp>
        <p:nvSpPr>
          <p:cNvPr id="3" name="s5_a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5_a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和解と許し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相手の中に入って、相手の立場を感じてみる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和解は100％でなくてもOK</a:t>
            </a:r>
            <a:endParaRPr lang="en-US" sz="1400" dirty="0"/>
          </a:p>
        </p:txBody>
      </p:sp>
      <p:sp>
        <p:nvSpPr>
          <p:cNvPr id="5" name="s5_b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5_b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理想の未来から、自分を信じる力を育てる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大成功している未来の自分になってみる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見える景色・聞こえる声・体の感じを大きく</a:t>
            </a:r>
            <a:endParaRPr lang="en-US" sz="1400" dirty="0"/>
          </a:p>
        </p:txBody>
      </p:sp>
      <p:pic>
        <p:nvPicPr>
          <p:cNvPr id="7" name="Image 0" descr="ガイドブック45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相手の信念・価値観は、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相手の中に入って、感じてみてください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なぜ、そんな行為をしてしまったのでしょう？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理想の未来から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何が見えて、何が聞こえて、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どんな感じがしますか？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2026-10-27T13:24:31Z</dcterms:created>
  <dcterms:modified xsi:type="dcterms:W3CDTF">2026-10-27T13:24:31Z</dcterms:modified>
</cp:coreProperties>
</file>