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e4bfffec-1098-dc52-b864-d5a96c87583c}">
          <p14:sldIdLst>
            <p14:sldId id="256"/>
            <p14:sldId id="257"/>
          </p14:sldIdLst>
        </p14:section>
        <p14:section name="第1部 頭の構造を知る" id="{f72707c6-90d8-e72d-27f2-20de2554d9f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第2部 魂の傷を聴く" id="{8457748d-163c-a853-fb7a-a0892326bc5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ワーク 思い込みを書き換える" id="{52176838-b0d8-e1db-fde1-5b91b1d6fa4f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エネルギー" id="{563919ea-9ede-6776-e453-23f6114c436f}">
          <p14:sldIdLst>
            <p14:sldId id="293"/>
          </p14:sldIdLst>
        </p14:section>
        <p14:section name="まとめ" id="{d3ffeaf3-3f51-bbdb-d0e8-41444e121bc3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1日6万回考え、80％はネガティブ、95％は昨日と同じ。これは自分を守るための防衛本能（ホメオスタシス）。悪いことではない。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ゴールデンエイジまでの言われ方・見てきたことが、そのまま今の基準になっている。由香さんの言葉で補足する。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物語のしめくくり。第2部につなぐ。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例：「私は豊かにお金を受け取りたい！ただ…」。目標の言葉は仁部さんと決める。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このあと和解の質問を1つずつ。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相手の立場を4次元でゆらしながら感じる。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相手が目指していたゴールと自分のゴールを統合する（VAKメタファー）。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VAKを2倍・3倍に強めていく。5次元・現在ポジションで具体的に何をしているかも聴く。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はじめの点数といまの点数を並べて、変化を目で見てもらう。終わったらこのスライドを画像にしてLINEで送れる。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D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rgbClr val="FD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0〜15分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なぜ「わかっているのに」変われないのか（0〜15分）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FE8F6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はじめに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そんなこと、ありませんか？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1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2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3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放っておくと、昨日と同じことを考える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何もしなければ、お金への考え方も、昨日と同じものが毎日くり返されます。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4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脳のクセ③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5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6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7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8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F8EBEE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では、あなたの「お金の当たり前」は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どこで作られたのでしょう？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ここからは、お話を聴かせてください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直感でおしえてください（15〜35分）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F8EBEE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6F3EF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FE8F6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F8EBEE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何故、悩んでいますか？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6F3EF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FE8F6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私たちの問題は、幼少期の影響を受けていることが多いです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F8EBEE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6F3EF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FE8F6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今のお悩みに、幼少期の影響が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あると思われますか？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あるなーと思っても、思わなくても、どちらでも大丈夫です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アートシフトワーク その18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エフィカシーを上げる5次元タイムライン（35〜75分）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　お金の思い込みを見つける</a:t>
            </a:r>
            <a:endParaRPr lang="en-US" sz="2400" dirty="0"/>
          </a:p>
        </p:txBody>
      </p:sp>
      <p:sp>
        <p:nvSpPr>
          <p:cNvPr id="3" name="s1_goal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1_goal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「私は〇〇を達成したい！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ただ、〇〇ができないかもしれない！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きついかもしれない…」</a:t>
            </a:r>
            <a:endParaRPr lang="en-US" sz="1700" dirty="0"/>
          </a:p>
        </p:txBody>
      </p:sp>
      <p:sp>
        <p:nvSpPr>
          <p:cNvPr id="5" name="s1_q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1_q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この言葉のあとに出てくる気持ちが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「お金の思い込み」の入り口です</a:t>
            </a:r>
            <a:endParaRPr lang="en-US" sz="1500" dirty="0"/>
          </a:p>
        </p:txBody>
      </p:sp>
      <p:pic>
        <p:nvPicPr>
          <p:cNvPr id="7" name="Image 0" descr="ガイドブック43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F8EBEE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V 何が見える？　A 何が聞こえる？　K どんな体感がする？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情報発信が魅力的でない 50点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批判されるのが嫌だ 75点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1階層目で一番強いものを軸に、2階層目も同じ質問で出す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点数がわからない時はOリング・筋肉反射で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　一番邪魔している思い込みを決める</a:t>
            </a:r>
            <a:endParaRPr lang="en-US" sz="2400" dirty="0"/>
          </a:p>
        </p:txBody>
      </p:sp>
      <p:sp>
        <p:nvSpPr>
          <p:cNvPr id="3" name="s3_card0"/>
          <p:cNvSpPr/>
          <p:nvPr/>
        </p:nvSpPr>
        <p:spPr>
          <a:xfrm>
            <a:off x="457200" y="12344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30_c"/>
          <p:cNvSpPr/>
          <p:nvPr/>
        </p:nvSpPr>
        <p:spPr>
          <a:xfrm>
            <a:off x="621792" y="149961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30_n"/>
          <p:cNvSpPr txBox="1"/>
          <p:nvPr/>
        </p:nvSpPr>
        <p:spPr>
          <a:xfrm>
            <a:off x="62179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3_head0"/>
          <p:cNvSpPr txBox="1"/>
          <p:nvPr/>
        </p:nvSpPr>
        <p:spPr>
          <a:xfrm>
            <a:off x="11430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情動が強いもの上位3つを選ぶ</a:t>
            </a:r>
            <a:endParaRPr lang="en-US" sz="1500" dirty="0"/>
          </a:p>
        </p:txBody>
      </p:sp>
      <p:sp>
        <p:nvSpPr>
          <p:cNvPr id="7" name="s3_body0"/>
          <p:cNvSpPr txBox="1"/>
          <p:nvPr/>
        </p:nvSpPr>
        <p:spPr>
          <a:xfrm>
            <a:off x="114300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全体を見て、点数の高いものから</a:t>
            </a:r>
            <a:endParaRPr lang="en-US" sz="1300" dirty="0"/>
          </a:p>
        </p:txBody>
      </p:sp>
      <p:sp>
        <p:nvSpPr>
          <p:cNvPr id="8" name="s3_card1"/>
          <p:cNvSpPr/>
          <p:nvPr/>
        </p:nvSpPr>
        <p:spPr>
          <a:xfrm>
            <a:off x="457200" y="233172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31_c"/>
          <p:cNvSpPr/>
          <p:nvPr/>
        </p:nvSpPr>
        <p:spPr>
          <a:xfrm>
            <a:off x="621792" y="2596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31_n"/>
          <p:cNvSpPr txBox="1"/>
          <p:nvPr/>
        </p:nvSpPr>
        <p:spPr>
          <a:xfrm>
            <a:off x="621792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3_head1"/>
          <p:cNvSpPr txBox="1"/>
          <p:nvPr/>
        </p:nvSpPr>
        <p:spPr>
          <a:xfrm>
            <a:off x="11430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一番邪魔している思い込みを1つ決める</a:t>
            </a:r>
            <a:endParaRPr lang="en-US" sz="1500" dirty="0"/>
          </a:p>
        </p:txBody>
      </p:sp>
      <p:sp>
        <p:nvSpPr>
          <p:cNvPr id="12" name="s3_body1"/>
          <p:cNvSpPr txBox="1"/>
          <p:nvPr/>
        </p:nvSpPr>
        <p:spPr>
          <a:xfrm>
            <a:off x="114300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判断できない時はOリング・筋肉反射で</a:t>
            </a:r>
            <a:endParaRPr lang="en-US" sz="1300" dirty="0"/>
          </a:p>
        </p:txBody>
      </p:sp>
      <p:pic>
        <p:nvPicPr>
          <p:cNvPr id="13" name="Image 0" descr="ガイドブック44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6F3EF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4　思い込みが生まれた場面へ（解放）</a:t>
            </a:r>
            <a:endParaRPr lang="en-US" sz="2400" dirty="0"/>
          </a:p>
        </p:txBody>
      </p:sp>
      <p:sp>
        <p:nvSpPr>
          <p:cNvPr id="3" name="s4_card0"/>
          <p:cNvSpPr/>
          <p:nvPr/>
        </p:nvSpPr>
        <p:spPr>
          <a:xfrm>
            <a:off x="457200" y="1188720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40_c"/>
          <p:cNvSpPr/>
          <p:nvPr/>
        </p:nvSpPr>
        <p:spPr>
          <a:xfrm>
            <a:off x="603504" y="133502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40_n"/>
          <p:cNvSpPr txBox="1"/>
          <p:nvPr/>
        </p:nvSpPr>
        <p:spPr>
          <a:xfrm>
            <a:off x="603504" y="1335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4_head0"/>
          <p:cNvSpPr txBox="1"/>
          <p:nvPr/>
        </p:nvSpPr>
        <p:spPr>
          <a:xfrm>
            <a:off x="1097280" y="1216152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現在のポジションに入る</a:t>
            </a:r>
            <a:endParaRPr lang="en-US" sz="1400" dirty="0"/>
          </a:p>
        </p:txBody>
      </p:sp>
      <p:sp>
        <p:nvSpPr>
          <p:cNvPr id="7" name="s4_body0"/>
          <p:cNvSpPr txBox="1"/>
          <p:nvPr/>
        </p:nvSpPr>
        <p:spPr>
          <a:xfrm>
            <a:off x="1097280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感じていることをVAKで表現する</a:t>
            </a:r>
            <a:endParaRPr lang="en-US" sz="1200" dirty="0"/>
          </a:p>
        </p:txBody>
      </p:sp>
      <p:sp>
        <p:nvSpPr>
          <p:cNvPr id="8" name="s4_card1"/>
          <p:cNvSpPr/>
          <p:nvPr/>
        </p:nvSpPr>
        <p:spPr>
          <a:xfrm>
            <a:off x="457200" y="1975104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41_c"/>
          <p:cNvSpPr/>
          <p:nvPr/>
        </p:nvSpPr>
        <p:spPr>
          <a:xfrm>
            <a:off x="603504" y="212140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41_n"/>
          <p:cNvSpPr txBox="1"/>
          <p:nvPr/>
        </p:nvSpPr>
        <p:spPr>
          <a:xfrm>
            <a:off x="603504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4_head1"/>
          <p:cNvSpPr txBox="1"/>
          <p:nvPr/>
        </p:nvSpPr>
        <p:spPr>
          <a:xfrm>
            <a:off x="1097280" y="2002536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思い込みが生まれた過去の場面へ移動</a:t>
            </a:r>
            <a:endParaRPr lang="en-US" sz="1400" dirty="0"/>
          </a:p>
        </p:txBody>
      </p:sp>
      <p:sp>
        <p:nvSpPr>
          <p:cNvPr id="12" name="s4_body1"/>
          <p:cNvSpPr txBox="1"/>
          <p:nvPr/>
        </p:nvSpPr>
        <p:spPr>
          <a:xfrm>
            <a:off x="109728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その場面をVAKで表現する</a:t>
            </a:r>
            <a:endParaRPr lang="en-US" sz="1200" dirty="0"/>
          </a:p>
        </p:txBody>
      </p:sp>
      <p:sp>
        <p:nvSpPr>
          <p:cNvPr id="13" name="s4_card2"/>
          <p:cNvSpPr/>
          <p:nvPr/>
        </p:nvSpPr>
        <p:spPr>
          <a:xfrm>
            <a:off x="457200" y="2761488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s42_c"/>
          <p:cNvSpPr/>
          <p:nvPr/>
        </p:nvSpPr>
        <p:spPr>
          <a:xfrm>
            <a:off x="603504" y="2907792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s42_n"/>
          <p:cNvSpPr txBox="1"/>
          <p:nvPr/>
        </p:nvSpPr>
        <p:spPr>
          <a:xfrm>
            <a:off x="603504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s4_head2"/>
          <p:cNvSpPr txBox="1"/>
          <p:nvPr/>
        </p:nvSpPr>
        <p:spPr>
          <a:xfrm>
            <a:off x="1097280" y="2788920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ポジションを出て、自分を客観的に見る</a:t>
            </a:r>
            <a:endParaRPr lang="en-US" sz="1400" dirty="0"/>
          </a:p>
        </p:txBody>
      </p:sp>
      <p:sp>
        <p:nvSpPr>
          <p:cNvPr id="17" name="s4_body2"/>
          <p:cNvSpPr txBox="1"/>
          <p:nvPr/>
        </p:nvSpPr>
        <p:spPr>
          <a:xfrm>
            <a:off x="1097280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次の2つの質問を、1つずつ聴いていく</a:t>
            </a:r>
            <a:endParaRPr lang="en-US" sz="1200" dirty="0"/>
          </a:p>
        </p:txBody>
      </p:sp>
      <p:sp>
        <p:nvSpPr>
          <p:cNvPr id="18" name="s4_card3"/>
          <p:cNvSpPr/>
          <p:nvPr/>
        </p:nvSpPr>
        <p:spPr>
          <a:xfrm>
            <a:off x="457200" y="3547872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9" name="s43_c"/>
          <p:cNvSpPr/>
          <p:nvPr/>
        </p:nvSpPr>
        <p:spPr>
          <a:xfrm>
            <a:off x="603504" y="369417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20" name="s43_n"/>
          <p:cNvSpPr txBox="1"/>
          <p:nvPr/>
        </p:nvSpPr>
        <p:spPr>
          <a:xfrm>
            <a:off x="603504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4_head3"/>
          <p:cNvSpPr txBox="1"/>
          <p:nvPr/>
        </p:nvSpPr>
        <p:spPr>
          <a:xfrm>
            <a:off x="1097280" y="3575304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もう一度ポジションに入り、全部吐き出す</a:t>
            </a:r>
            <a:endParaRPr lang="en-US" sz="1400" dirty="0"/>
          </a:p>
        </p:txBody>
      </p:sp>
      <p:sp>
        <p:nvSpPr>
          <p:cNvPr id="22" name="s4_body3"/>
          <p:cNvSpPr txBox="1"/>
          <p:nvPr/>
        </p:nvSpPr>
        <p:spPr>
          <a:xfrm>
            <a:off x="1097280" y="3877056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怒鳴る・泣く・大声・体を動かすなどOK</a:t>
            </a:r>
            <a:endParaRPr lang="en-US" sz="1200" dirty="0"/>
          </a:p>
        </p:txBody>
      </p:sp>
      <p:sp>
        <p:nvSpPr>
          <p:cNvPr id="23" name="s4_safe"/>
          <p:cNvSpPr/>
          <p:nvPr/>
        </p:nvSpPr>
        <p:spPr>
          <a:xfrm>
            <a:off x="6355080" y="1188720"/>
            <a:ext cx="2331720" cy="3035808"/>
          </a:xfrm>
          <a:prstGeom prst="roundRect">
            <a:avLst>
              <a:gd name="adj" fmla="val 4706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4" name="s4_safe_t"/>
          <p:cNvSpPr txBox="1"/>
          <p:nvPr/>
        </p:nvSpPr>
        <p:spPr>
          <a:xfrm>
            <a:off x="6492240" y="1325880"/>
            <a:ext cx="2057400" cy="2788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苦しくなったら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いったん止めて、息を完全に吐き切る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相手が聞いてくれて、謝って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いるイメージで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FE8F6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客観的に見ながら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できるだけVAKで「満たされていない想い」を出していきます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F8EBEE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客観的に見ながら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6F3EF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もう一度ポジションに入って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言いたかったことを、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全部吐き出しましょう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100％出せましたか？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　和解と許し → 5次元の未来へ</a:t>
            </a:r>
            <a:endParaRPr lang="en-US" sz="2400" dirty="0"/>
          </a:p>
        </p:txBody>
      </p:sp>
      <p:sp>
        <p:nvSpPr>
          <p:cNvPr id="3" name="s5_a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5_a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和解と許し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相手の中に入って、相手の立場を感じてみる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和解は100％でなくてもOK</a:t>
            </a:r>
            <a:endParaRPr lang="en-US" sz="1400" dirty="0"/>
          </a:p>
        </p:txBody>
      </p:sp>
      <p:sp>
        <p:nvSpPr>
          <p:cNvPr id="5" name="s5_b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5_b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5次元・未来側からエフィカシーを設定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ワンランク上の大成功している「5次元・未来ポジション」へ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VAKを2倍・3倍と強めていく</a:t>
            </a:r>
            <a:endParaRPr lang="en-US" sz="1400" dirty="0"/>
          </a:p>
        </p:txBody>
      </p:sp>
      <p:pic>
        <p:nvPicPr>
          <p:cNvPr id="7" name="Image 0" descr="ガイドブック45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FE8F6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相手の信念・価値観は、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いつできたのでしょう？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相手の中に入って、感じてみてください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F8EBEE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なぜ、そんな行為をしてしまったのでしょう？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6F3EF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5次元の未来から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大成功しているあなたは、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何が見えて、何が聞こえて、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どんな感じがしますか？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1"/>
          <p:cNvSpPr/>
          <p:nvPr/>
        </p:nvSpPr>
        <p:spPr>
          <a:xfrm>
            <a:off x="-1097280" y="-914400"/>
            <a:ext cx="3291840" cy="3291840"/>
          </a:xfrm>
          <a:prstGeom prst="ellipse">
            <a:avLst/>
          </a:prstGeom>
          <a:solidFill>
            <a:srgbClr val="EFE8F6"/>
          </a:solidFill>
          <a:ln/>
        </p:spPr>
      </p:sp>
      <p:sp>
        <p:nvSpPr>
          <p:cNvPr id="3" name="deco2"/>
          <p:cNvSpPr/>
          <p:nvPr/>
        </p:nvSpPr>
        <p:spPr>
          <a:xfrm>
            <a:off x="7223760" y="3291840"/>
            <a:ext cx="2743200" cy="2743200"/>
          </a:xfrm>
          <a:prstGeom prst="ellipse">
            <a:avLst/>
          </a:prstGeom>
          <a:solidFill>
            <a:srgbClr val="E9D9B6">
              <a:alpha val="60000"/>
            </a:srgbClr>
          </a:solidFill>
          <a:ln/>
        </p:spPr>
      </p:sp>
      <p:sp>
        <p:nvSpPr>
          <p:cNvPr id="4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2026-10-27T12:26:36Z</dcterms:created>
  <dcterms:modified xsi:type="dcterms:W3CDTF">2026-10-27T12:26:36Z</dcterms:modified>
</cp:coreProperties>
</file>