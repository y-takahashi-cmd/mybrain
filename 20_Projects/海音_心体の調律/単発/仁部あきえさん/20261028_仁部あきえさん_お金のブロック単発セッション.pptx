
<file path=[Content_Types].xml><?xml version="1.0" encoding="utf-8"?>
<Types xmlns="http://schemas.openxmlformats.org/package/2006/content-types">
  <Default Extension="jpg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8-1.jpg" ContentType="image/jpg"/>
  <Override PartName="/ppt/media/image-20-1.jpg" ContentType="image/jpg"/>
  <Override PartName="/ppt/media/image-21-1.jpg" ContentType="image/jpg"/>
  <Override PartName="/ppt/media/image-23-1.jpg" ContentType="image/jpg"/>
  <Override PartName="/ppt/media/image-24-1.jpg" ContentType="image/jpg"/>
  <Override PartName="/ppt/media/image-25-1.jpg" ContentType="image/jpg"/>
  <Override PartName="/ppt/media/image-28-1.jpg" ContentType="image/jpg"/>
  <Override PartName="/ppt/media/image-33-1.jpg" ContentType="image/jpg"/>
  <Override PartName="/ppt/media/image-46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90993fca-79d3-449f-e53f-63bfe8932d3f}">
          <p14:sldIdLst>
            <p14:sldId id="256"/>
            <p14:sldId id="257"/>
            <p14:sldId id="258"/>
          </p14:sldIdLst>
        </p14:section>
        <p14:section name="第1部 魂の傷を聴く" id="{99e2d81a-974f-286f-4a69-d8f581d0a99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第2部 頭の構造を知る" id="{73ea247f-e104-bef5-9889-bc875963250f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ワーク 思い込みを書き換える" id="{81fbbcc0-fd8e-0eb7-fe24-3316db1926e5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エネルギー" id="{96118eeb-6b7d-a72b-0706-c5ce2ddacccd}">
          <p14:sldIdLst>
            <p14:sldId id="297"/>
          </p14:sldIdLst>
        </p14:section>
        <p14:section name="まとめ" id="{ab3a8c17-2ed0-202a-e9c3-309e3f6043ad}">
          <p14:sldIdLst>
            <p14:sldId id="298"/>
            <p14:sldId id="299"/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はじめに安心を渡す。今日の目標は「一つ気づいて、一つ持ち帰る」。最後の「最初の一歩」が持ち帰るものになる。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ここでは短く一言だけ。くわしくは第2部の「ゴールデンエイジ」のスライドで話す。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本人のOKをもらってから、幼少期の質問へ。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仁部さんが話してくれたエピソード。怖かった？悲しかった？怒り？寂しさ？と、気持ちに名前をつける手伝いをする。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聴いたお話を受け取ってから、講座へ。講座の途中で、いま聴いた話（お父さんのお酒・両親の喧嘩など）につなげて話す。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物語の入り口。第1部で聴いた仁部さんの話を受けて「それはあなたの意志が弱いからではなく、頭（脳）の仕組みだから」と伝えて、次へ。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第1部で聴いたお父さん・お母さんの話は、ここにつながる。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第1部で少し話したゴールデンエイジの、くわしい話。言われ方・見てきたことが、そのまま今の基準になっている。由香さんの言葉で補足する。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「だから、今から感じ切るワークをしましょう」とワークへ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由香が＿＿の所に本人の言葉を打ち込む。ここで出た言葉が、思い込みの入口（ガイドブックの「私は〇〇を達成したい！ただ…」の代わり）。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どちらでもOK。守ってくれていたなら、まずそれを認めてから次へ。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1階層目で一番強いものを軸に、2階層目も同じ質問で出す。点数がわからない時はOリング・筋肉反射で。例：情報発信が魅力的でない50点／批判されるのが嫌だ75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表の上位3つに印をつける→その中で一番邪魔しているものを1つ。判断できない時はOリング・筋肉反射で。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手順：①今の自分の場所に立ち、今の気持ちを話す ②思い込みが生まれた過去の場面へ移動し、見える・色・聞こえる・体の感じで話す ③その場所から出て、自分を外から見る→次の2つの質問 ④もう一度その場所に戻り、全部吐き出す。VAKという言葉は使わない。お父さんのお酒・両親の喧嘩の場面が出る可能性が高い。感情が強く出たら止めて呼吸に戻す。ポジ変をしない。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見える・色・聞こえる・体の感じで、理想の自分をはっきりさせる。その理想のあなたから、次のスライドで「あの時のあなた」に言葉をかける。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＿＿に本人の言葉を打ち込む。言いたかったことを全部吐き出す（100％出たか？）。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由香が本人の言葉をそのまま打ち込む。言葉は本人が決める（由香が作らない）。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第1部の「1〜10で言うと、今どの段階ですか？」で聞いた数字と比べる。由香が＿＿に打ち込む。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「一度で終わりではなく、繰り返し向き合う」につなげる。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終了。1週間後にLINEで「その後いかがですか？」と連絡する。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0〜20分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20〜35分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変化を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確かめる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今日、大切にしたいこと</a:t>
            </a:r>
            <a:endParaRPr lang="en-US" sz="2400" dirty="0"/>
          </a:p>
        </p:txBody>
      </p:sp>
      <p:sp>
        <p:nvSpPr>
          <p:cNvPr id="3" name="care_lead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無理に変わろうとしなくて大丈夫</a:t>
            </a:r>
            <a:endParaRPr lang="en-US" sz="1600" dirty="0"/>
          </a:p>
        </p:txBody>
      </p:sp>
      <p:sp>
        <p:nvSpPr>
          <p:cNvPr id="4" name="care_card0"/>
          <p:cNvSpPr/>
          <p:nvPr/>
        </p:nvSpPr>
        <p:spPr>
          <a:xfrm>
            <a:off x="457200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care_head0"/>
          <p:cNvSpPr txBox="1"/>
          <p:nvPr/>
        </p:nvSpPr>
        <p:spPr>
          <a:xfrm>
            <a:off x="640080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選べます</a:t>
            </a:r>
            <a:endParaRPr lang="en-US" sz="1900" dirty="0"/>
          </a:p>
        </p:txBody>
      </p:sp>
      <p:sp>
        <p:nvSpPr>
          <p:cNvPr id="6" name="care_body0"/>
          <p:cNvSpPr txBox="1"/>
          <p:nvPr/>
        </p:nvSpPr>
        <p:spPr>
          <a:xfrm>
            <a:off x="640080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話す・話さない・休む</a:t>
            </a:r>
            <a:endParaRPr lang="en-US" sz="1600" dirty="0"/>
          </a:p>
        </p:txBody>
      </p:sp>
      <p:sp>
        <p:nvSpPr>
          <p:cNvPr id="7" name="care_card1"/>
          <p:cNvSpPr/>
          <p:nvPr/>
        </p:nvSpPr>
        <p:spPr>
          <a:xfrm>
            <a:off x="3273552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care_head1"/>
          <p:cNvSpPr txBox="1"/>
          <p:nvPr/>
        </p:nvSpPr>
        <p:spPr>
          <a:xfrm>
            <a:off x="3456432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正解はありません</a:t>
            </a:r>
            <a:endParaRPr lang="en-US" sz="1900" dirty="0"/>
          </a:p>
        </p:txBody>
      </p:sp>
      <p:sp>
        <p:nvSpPr>
          <p:cNvPr id="9" name="care_body1"/>
          <p:cNvSpPr txBox="1"/>
          <p:nvPr/>
        </p:nvSpPr>
        <p:spPr>
          <a:xfrm>
            <a:off x="3456432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感じ方は人それぞれ</a:t>
            </a:r>
            <a:endParaRPr lang="en-US" sz="1600" dirty="0"/>
          </a:p>
        </p:txBody>
      </p:sp>
      <p:sp>
        <p:nvSpPr>
          <p:cNvPr id="10" name="care_card2"/>
          <p:cNvSpPr/>
          <p:nvPr/>
        </p:nvSpPr>
        <p:spPr>
          <a:xfrm>
            <a:off x="6089904" y="1737360"/>
            <a:ext cx="2596896" cy="2103120"/>
          </a:xfrm>
          <a:prstGeom prst="roundRect">
            <a:avLst>
              <a:gd name="adj" fmla="val 5217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1" name="care_head2"/>
          <p:cNvSpPr txBox="1"/>
          <p:nvPr/>
        </p:nvSpPr>
        <p:spPr>
          <a:xfrm>
            <a:off x="6272784" y="1920240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今日の目標</a:t>
            </a:r>
            <a:endParaRPr lang="en-US" sz="1900" dirty="0"/>
          </a:p>
        </p:txBody>
      </p:sp>
      <p:sp>
        <p:nvSpPr>
          <p:cNvPr id="12" name="care_body2"/>
          <p:cNvSpPr txBox="1"/>
          <p:nvPr/>
        </p:nvSpPr>
        <p:spPr>
          <a:xfrm>
            <a:off x="6272784" y="2468880"/>
            <a:ext cx="224028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一つ気づいて、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一つ持ち帰る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直感でおしえてください（0〜20分）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答えたくない質問は、飛ばして大丈夫です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ゴールデンエイジ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子どもの頃に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見たこと・聞いたことが、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今の「当たり前」になりやすい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この大切な時期を「ゴールデンエイジ」と呼びます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幼少期のこと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子ども時代のことも、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聴かせていただいても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事前にいただいたメッセージにも、子どもの頃のことがありましたね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話したくないことは、話さなくて大丈夫です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幼少期のお金の記憶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「お金がない」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「家にお金を入れない」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その頃、何を感じていましたか？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ご両親を責めるのではなく、当時のあなたの気持ちを大切にします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お話を聴かせてくださって、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ありがとうございます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ここで少し、頭の仕組みのお話をさせてください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なぜ「わかっているのに」変われないのか（20〜35分）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第2部のはじめに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その理由を、頭の仕組みからお話しします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1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2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3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4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5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6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第2部　頭の構造を知る ｜ 7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1〜2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穴埋め「お金とは、＿」「お金を受け取る私は、＿」→本人の言葉を打ち込む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「その言葉は、守っている？選択を狭めている？」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すごい質問「何があなたをそう思わせるのですか？」（見える・色・聞こえる・体の感じ）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1階層目を5つ以上 → 表に打ち込み、100点満点で点数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1階層目で一番強いものを軸に、2階層目も同じ質問で（全部で10個くらい）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点数がわからない時はOリング・筋肉反射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お金の思い込みを言葉にする</a:t>
            </a:r>
            <a:endParaRPr lang="en-US" sz="1300" dirty="0"/>
          </a:p>
        </p:txBody>
      </p:sp>
      <p:sp>
        <p:nvSpPr>
          <p:cNvPr id="4" name="fill1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「お金とは、＿＿＿＿＿＿＿＿」</a:t>
            </a:r>
            <a:endParaRPr lang="en-US" sz="3000" dirty="0"/>
          </a:p>
        </p:txBody>
      </p:sp>
      <p:sp>
        <p:nvSpPr>
          <p:cNvPr id="5" name="fill2"/>
          <p:cNvSpPr txBox="1"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「お金を受け取る私は、＿＿＿＿＿＿＿＿」</a:t>
            </a:r>
            <a:endParaRPr lang="en-US" sz="3000" dirty="0"/>
          </a:p>
        </p:txBody>
      </p:sp>
      <p:sp>
        <p:nvSpPr>
          <p:cNvPr id="6" name="fill_hint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正解を探さず、浮かんだ言葉をそのまま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その言葉は、今のあなたを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守っていますか？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それとも、選択を狭めていますか？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思いつくまま、いくつでも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点数は、直感で大丈夫です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正解・不正解はありません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3〜4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上位3つに印 → 一番邪魔している思い込みを1つ（Oリング可）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確認「ゆるんだら、よい影響が出そう？」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思い込みが生まれた場面へ（見える・色・聞こえる・体の感じ）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外から見る「本当はどうして欲しかった？」「本当はどうしたかった？」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理想のあなたを思い浮かべる「どんなあなたですか？」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理想のあなたから「あの時のあなたへ、＿」→「伝えてみて、どんな気持ち？」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「これから選びたいお金の考え」を本人の言葉で（由香が打ち込む）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一番、邪魔している思い込みは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どれですか？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点数の高い上位3つの中から、1つ選びます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その思い込みが生まれた場面に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戻ってみましょう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苦しくなったら、いったん止めて、息を吐き切りましょう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理想のあなた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理想のあなたを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思い浮かべてください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どんなあなたですか？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理想のあなたから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あの時のあなたへ、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＿＿＿＿＿＿＿＿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伝えてみて、どんな気持ちですか？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これから選びたい、お金の考え</a:t>
            </a:r>
            <a:endParaRPr lang="en-US" sz="2400" dirty="0"/>
          </a:p>
        </p:txBody>
      </p:sp>
      <p:sp>
        <p:nvSpPr>
          <p:cNvPr id="3" name="old_card"/>
          <p:cNvSpPr/>
          <p:nvPr/>
        </p:nvSpPr>
        <p:spPr>
          <a:xfrm>
            <a:off x="45720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old_head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今までの考え</a:t>
            </a:r>
            <a:endParaRPr lang="en-US" sz="1600" dirty="0"/>
          </a:p>
        </p:txBody>
      </p:sp>
      <p:sp>
        <p:nvSpPr>
          <p:cNvPr id="5" name="old_body"/>
          <p:cNvSpPr txBox="1"/>
          <p:nvPr/>
        </p:nvSpPr>
        <p:spPr>
          <a:xfrm>
            <a:off x="64008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new_card"/>
          <p:cNvSpPr/>
          <p:nvPr/>
        </p:nvSpPr>
        <p:spPr>
          <a:xfrm>
            <a:off x="470916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7" name="new_head"/>
          <p:cNvSpPr txBox="1"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これから選びたい考え</a:t>
            </a:r>
            <a:endParaRPr lang="en-US" sz="1600" dirty="0"/>
          </a:p>
        </p:txBody>
      </p:sp>
      <p:sp>
        <p:nvSpPr>
          <p:cNvPr id="8" name="new_body"/>
          <p:cNvSpPr txBox="1"/>
          <p:nvPr/>
        </p:nvSpPr>
        <p:spPr>
          <a:xfrm>
            <a:off x="489204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9" name="new_note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無理にポジティブな言葉にせず、自分が納得できる言葉で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はじめる前に、今の気持ちと体の感じを確かめます。終わったら、感じたことを言葉にしてみましょう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最初に「1〜10」で聞いた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今の段階は、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いまどのくらいですか？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はじめ：＿＿　→　いま：＿＿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それが、今日持ち帰るものです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これから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次に同じ感情が出てきたら、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自分にどんな言葉を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かけてあげたいですか？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気づいたら、責めずに見つめる。そして、今の自分で選び直す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1週間後に、LINEでその後のご様子をお伺いします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2026-10-27T15:31:25Z</dcterms:created>
  <dcterms:modified xsi:type="dcterms:W3CDTF">2026-10-27T15:31:25Z</dcterms:modified>
</cp:coreProperties>
</file>