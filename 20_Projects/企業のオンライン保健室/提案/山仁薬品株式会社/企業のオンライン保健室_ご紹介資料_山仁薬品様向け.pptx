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企業のオンライン保健室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74B2E0"/>
                </a:solidFill>
              </a:rPr>
              <a:t>ご紹介・協業のご提案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髙橋 由香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CCEE"/>
                </a:solidFill>
              </a:rP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企業のオンライン保健室とは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5C"/>
                </a:solidFill>
              </a:rPr>
              <a:t>「データで見える化」×「人との対話」で、従業員の健康を内側から整えます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383280" cy="54864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① 問診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3A5C"/>
                </a:solidFill>
              </a:rPr>
              <a:t>8つのセクションから
身体・心の状態を
多角的に把握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286000"/>
            <a:ext cx="3383280" cy="54864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② 個別面談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83464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29260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3A5C"/>
                </a:solidFill>
              </a:rPr>
              <a:t>問診結果をもとに
一人ひとりと対話し
気づきと行動を引き出す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3383280" cy="54864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③ 継続サポート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83464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9260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3A5C"/>
                </a:solidFill>
              </a:rPr>
              <a:t>月次フォローで
変化を見守り
定着を支援する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※問診票は独自メソッド（海音式）に基づき開発。身体症状・心理・生活習慣を複合的に評価します。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サービスの流れ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560320" cy="411480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問診票の記入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3A5C"/>
                </a:solidFill>
              </a:rPr>
              <a:t>8セクション・約80問
オンラインで実施
所要時間：約15分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4B2E0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828800"/>
            <a:ext cx="2560320" cy="411480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920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結果の分析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603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3A5C"/>
                </a:solidFill>
              </a:rPr>
              <a:t>健康地図・スコアを
自動生成
専門的視点で読み解く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4B2E0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828800"/>
            <a:ext cx="2560320" cy="411480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920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個別面談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5603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3A5C"/>
                </a:solidFill>
              </a:rPr>
              <a:t>結果をもとに
30〜60分の対話
月1〜2回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4B2E0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371600"/>
            <a:ext cx="2560320" cy="45720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828800"/>
            <a:ext cx="2560320" cy="411480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920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継続フォロー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5603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3A5C"/>
                </a:solidFill>
              </a:rPr>
              <a:t>変化の記録と
月次レポート
必要に応じて再問診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導入後、問診票の結果は企業様と共有。従業員の健康状態の傾向把握にもご活用いただけます。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アウトプット例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5C"/>
                </a:solidFill>
              </a:rPr>
              <a:t>問診票の結果から、以下のようなアウトプットを作成します（個人情報は匿名）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0" cy="192024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37160" cy="192024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</a:rPr>
              <a:t>健康地図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レーダーチャート＋棒グラフで
8セクションの状態を一目で把握
強みと課題が視覚的にわかる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486400" cy="192024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137160" cy="192024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</a:rPr>
              <a:t>セクション別スコア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各項目（栄養・代謝・心理・
胃腸・ホルモン・甲状腺・
女性・毒素・感染）を数値化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00" cy="192024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37160" cy="192024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23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</a:rPr>
              <a:t>個別コメント・提言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805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結果の解釈と
生活習慣・セルフケアの
具体的なアドバイス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5486400" cy="192024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137160" cy="192024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023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</a:rPr>
              <a:t>企業向け集計レポート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4805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全体傾向・要注意項目・
リスクの高いセクションを
組織視点でまとめる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協業のご提案：二層構造で企業をサポート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029200" cy="484632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029200" cy="54864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トリプルヘルス ダッシュボード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・ 組織全体のパフォーマンス分析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3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・ プレゼンティーズム・離職リスク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・ 職場環境レーダー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・ 経営視点のレポート・社長提言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7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・ 90日改善計画の可視化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286000"/>
            <a:ext cx="914400" cy="228600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連携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4B2E0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4B2E0"/>
                </a:solidFill>
              </a:rPr>
              <a:t>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280160"/>
            <a:ext cx="5029200" cy="484632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1280160"/>
            <a:ext cx="502920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企業のオンライン保健室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965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・ 独自問診票による個別の健康把握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60603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・ 一人ひとりとの個別面談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2461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・ 身体・心・生活習慣の複合アプローチ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8862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・ 継続サポートによる行動変容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52627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・ 企業向け集計レポートの提供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2362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A5C"/>
                </a:solidFill>
              </a:rPr>
              <a:t>組織データと個別サポートが組み合わさることで、企業の健康経営をより深くサポートできます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現在の実績・料金概要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438912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現在の導入実績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A5C"/>
                </a:solidFill>
              </a:rPr>
              <a:t>8社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導入企業数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9202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A5C"/>
                </a:solidFill>
              </a:rPr>
              <a:t>36名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登録個人数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9202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A5C"/>
                </a:solidFill>
              </a:rPr>
              <a:t>5件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今月の面談数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・中小企業への導入実績あり
・個人契約（個人向け保健室）も展開
・養成講座による保健室先生の育成も実施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80160"/>
            <a:ext cx="5760720" cy="4389120"/>
          </a:xfrm>
          <a:prstGeom prst="rect">
            <a:avLst/>
          </a:prstGeom>
          <a:solidFill>
            <a:srgbClr val="F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280160"/>
            <a:ext cx="57607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25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料金概要（参考）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874519"/>
            <a:ext cx="1828800" cy="54864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9202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初期費用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96595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</a:rPr>
              <a:t>問診票設定・環境整備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606039"/>
            <a:ext cx="1828800" cy="54864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65175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月額利用料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6974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</a:rPr>
              <a:t>人数に応じた月額プラン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337560"/>
            <a:ext cx="1828800" cy="54864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個別面談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429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</a:rPr>
              <a:t>月1〜2回・オンライン対応可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069080"/>
            <a:ext cx="1828800" cy="54864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集計レポート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160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</a:rPr>
              <a:t>月次・四半期ごとに提供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846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※詳細な料金は別途ご相談ください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ご関心をお持ちいただきありがとうございます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4B2E0"/>
                </a:solidFill>
              </a:rPr>
              <a:t>まずは、御社の現状や課題をお聞かせください。
一緒に考えられることを楽しみにしております。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髙橋 由香
企業のオンライン保健室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