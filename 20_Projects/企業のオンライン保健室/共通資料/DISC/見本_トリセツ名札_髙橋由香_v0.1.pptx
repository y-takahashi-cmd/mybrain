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76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015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游ゴシック"/>
              </a:rPr>
              <a:t>髙橋 由香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015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パワーカラー 黄：どうしても目立つ・楽しいこと優先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E04A2A"/>
                </a:solidFill>
                <a:latin typeface="游ゴシック"/>
              </a:rPr>
              <a:t>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情熱・喜怒哀楽が大きい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5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70560" cy="50400"/>
          </a:xfrm>
          <a:prstGeom prst="round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02560" y="716399"/>
            <a:ext cx="108000" cy="108000"/>
          </a:xfrm>
          <a:prstGeom prst="ellipse">
            <a:avLst/>
          </a:prstGeom>
          <a:solidFill>
            <a:srgbClr val="9A74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21）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200454" cy="50400"/>
          </a:xfrm>
          <a:prstGeom prst="round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32454" y="1166400"/>
            <a:ext cx="108000" cy="108000"/>
          </a:xfrm>
          <a:prstGeom prst="ellipse">
            <a:avLst/>
          </a:prstGeom>
          <a:solidFill>
            <a:srgbClr val="9A74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A7400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A7400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材料をたっぷりちょうだい。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心が決まったら、先頭で走ります！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A7400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A7400"/>
                </a:solidFill>
                <a:latin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18000"/>
            <a:ext cx="3024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游ゴシック"/>
              </a:rPr>
              <a:t>トリセツ名札の見方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251999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利き脳タイプ：指を組んで下になる親指＝受け取り方／腕を組んで下になる腕＝出し方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999" y="396000"/>
            <a:ext cx="612000" cy="16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999" y="396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切りひらく人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96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右｜新しいことの最初の一歩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999" y="594000"/>
            <a:ext cx="612000" cy="162000"/>
          </a:xfrm>
          <a:prstGeom prst="roundRect">
            <a:avLst/>
          </a:prstGeom>
          <a:solidFill>
            <a:srgbClr val="3A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999" y="594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組み立てる人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594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左｜見通しと段取りで形にする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92000"/>
            <a:ext cx="612000" cy="162000"/>
          </a:xfrm>
          <a:prstGeom prst="roundRect">
            <a:avLst/>
          </a:prstGeom>
          <a:solidFill>
            <a:srgbClr val="4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92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支える人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792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右｜役割が決まると力を尽くす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999" y="990000"/>
            <a:ext cx="612000" cy="16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999" y="990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つなぐ人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990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左｜みんなで動くと場が明るい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999" y="1206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上の帯の色＝パワーカラー（外から見える印象）／心のエンジン＝潜在意識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2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メーター＝動き出し方・伝わり方。真ん中が正解ではなく、どの位置もその人の持ち味です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" y="1530000"/>
            <a:ext cx="28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これは評価ではありません。関わり方のヒントです。</a:t>
            </a:r>
          </a:p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「この人にはどう伝えるといいかな？」と思った時に見てください。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