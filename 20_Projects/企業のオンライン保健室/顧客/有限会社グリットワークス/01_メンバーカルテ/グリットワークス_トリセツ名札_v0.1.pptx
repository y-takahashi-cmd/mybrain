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3276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8E5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林 範世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紫：興味心旺盛・旅や移動が好き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5E3580"/>
                </a:solidFill>
                <a:latin typeface="游ゴシック"/>
              </a:rPr>
              <a:t>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しなやか・柔軟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72809" cy="50400"/>
          </a:xfrm>
          <a:prstGeom prst="roundRect">
            <a:avLst/>
          </a:prstGeom>
          <a:solidFill>
            <a:srgbClr val="8E5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04809" y="716399"/>
            <a:ext cx="108000" cy="108000"/>
          </a:xfrm>
          <a:prstGeom prst="ellipse">
            <a:avLst/>
          </a:prstGeom>
          <a:solidFill>
            <a:srgbClr val="5E35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61）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002272" cy="50400"/>
          </a:xfrm>
          <a:prstGeom prst="roundRect">
            <a:avLst/>
          </a:prstGeom>
          <a:solidFill>
            <a:srgbClr val="8E5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334272" y="1166400"/>
            <a:ext cx="108000" cy="108000"/>
          </a:xfrm>
          <a:prstGeom prst="ellipse">
            <a:avLst/>
          </a:prstGeom>
          <a:solidFill>
            <a:srgbClr val="5E358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5E358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5E358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新しい話、大好きです。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理由と全体像をもらえると早いです！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5E358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5E3580"/>
                </a:solidFill>
                <a:latin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文屋 伴張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赤：情熱的・リーダー的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E241C"/>
                </a:solidFill>
                <a:latin typeface="游ゴシック"/>
              </a:rPr>
              <a:t>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やさしさ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940659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72659" y="716399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直感型：人より少し早く動き出す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73）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242818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74818" y="1166400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結論と理由から話してください。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先の見通しが見えると力が出ます！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小藪 麗奈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赤：情熱的・リーダー的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E241C"/>
                </a:solidFill>
                <a:latin typeface="游ゴシック"/>
              </a:rPr>
              <a:t>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新しいこと好き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343462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75462" y="716399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46）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701590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33590" y="1166400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要点を先に、気持ちも一緒に。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新しいことは任せてください！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藤井 和子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緑：癒し系・物静かでも心は熱い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F6E3B"/>
                </a:solidFill>
                <a:latin typeface="游ゴシック"/>
              </a:rPr>
              <a:t>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気持ちに正直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52920" cy="50400"/>
          </a:xfrm>
          <a:prstGeom prst="round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4920" y="716399"/>
            <a:ext cx="108000" cy="108000"/>
          </a:xfrm>
          <a:prstGeom prst="ellipse">
            <a:avLst/>
          </a:prstGeom>
          <a:solidFill>
            <a:srgbClr val="2F6E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22）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220500" cy="50400"/>
          </a:xfrm>
          <a:prstGeom prst="round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52500" y="1166400"/>
            <a:ext cx="108000" cy="108000"/>
          </a:xfrm>
          <a:prstGeom prst="ellipse">
            <a:avLst/>
          </a:prstGeom>
          <a:solidFill>
            <a:srgbClr val="2F6E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2F6E3B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2F6E3B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気持ちを分かってもらえると頑張れます。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考える時間を少しください。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2F6E3B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2F6E3B"/>
                </a:solidFill>
                <a:latin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大関 謙吾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藍：お洒落・器用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C2E5A"/>
                </a:solidFill>
                <a:latin typeface="游ゴシック"/>
              </a:rPr>
              <a:t>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まじめ・誠実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52920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4920" y="716399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42）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621409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53409" y="1166400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しっかり準備して臨みたいタイプです。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気持ちのひと言があるとうれしいです！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渥美 沙弥香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橙：まじめ・サポート役が得意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A85A12"/>
                </a:solidFill>
                <a:latin typeface="游ゴシック"/>
              </a:rPr>
              <a:t>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やさしさ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873147" cy="50400"/>
          </a:xfrm>
          <a:prstGeom prst="round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05147" y="716399"/>
            <a:ext cx="108000" cy="108000"/>
          </a:xfrm>
          <a:prstGeom prst="ellipse">
            <a:avLst/>
          </a:prstGeom>
          <a:solidFill>
            <a:srgbClr val="A85A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直感型：人より少し早く動き出す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38）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541227" cy="50400"/>
          </a:xfrm>
          <a:prstGeom prst="round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73227" y="1166400"/>
            <a:ext cx="108000" cy="108000"/>
          </a:xfrm>
          <a:prstGeom prst="ellipse">
            <a:avLst/>
          </a:prstGeom>
          <a:solidFill>
            <a:srgbClr val="A85A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A85A12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A85A12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サポート役、得意です。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テンポよく、気持ちも添えて伝えてください！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A85A12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A85A12"/>
                </a:solidFill>
                <a:latin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18000"/>
            <a:ext cx="3024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游ゴシック"/>
              </a:rPr>
              <a:t>トリセツ名札の見方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251999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利き脳タイプ：指を組んで下になる親指＝受け取り方／腕を組んで下になる腕＝出し方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999" y="396000"/>
            <a:ext cx="612000" cy="16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999" y="396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切りひらく人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96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右｜新しいことの最初の一歩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999" y="594000"/>
            <a:ext cx="612000" cy="162000"/>
          </a:xfrm>
          <a:prstGeom prst="roundRect">
            <a:avLst/>
          </a:prstGeom>
          <a:solidFill>
            <a:srgbClr val="3A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999" y="594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組み立てる人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594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左｜見通しと段取りで形にする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92000"/>
            <a:ext cx="612000" cy="162000"/>
          </a:xfrm>
          <a:prstGeom prst="roundRect">
            <a:avLst/>
          </a:prstGeom>
          <a:solidFill>
            <a:srgbClr val="4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92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支える人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792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右｜役割が決まると力を尽くす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999" y="990000"/>
            <a:ext cx="612000" cy="16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999" y="990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つなぐ人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990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左｜みんなで動くと場が明るい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999" y="1206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上の帯の色＝パワーカラー（外から見える印象）／心のエンジン＝潜在意識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2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メーター＝動き出し方・伝わり方。真ん中が正解ではなく、どの位置もその人の持ち味です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" y="1530000"/>
            <a:ext cx="28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これは評価ではありません。関わり方のヒントです。</a:t>
            </a:r>
          </a:p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「この人にはどう伝えるといいかな？」と思った時に見てください。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