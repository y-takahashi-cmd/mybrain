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669280"/>
            <a:ext cx="8229600" cy="4572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3A5F"/>
                </a:solidFill>
              </a:rPr>
              <a:t>クラウドパワー株式会社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3A5F"/>
                </a:solidFill>
              </a:rPr>
              <a:t>企業のオンライン保健室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74B2E0"/>
                </a:solidFill>
              </a:rPr>
              <a:t>社員アンケート集計結果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3A5F"/>
                </a:solidFill>
              </a:rPr>
              <a:t>2026年6月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</a:rPr>
              <a:t>回答数：5件（全員回答）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3A5F"/>
                </a:solidFill>
              </a:rPr>
              <a:t>企業のオンライン保健室　髙橋由香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全体所見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" cy="59436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005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表面上の状態は安定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8988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元気に働いている60%。ただし40%が疲れを自覚している。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502920" cy="59436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身体面の潜在的な疲れ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9572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睡眠・疲労感・ストレスが同率40%。自覚症状の薄い層も存在。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17520"/>
            <a:ext cx="502920" cy="59436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1089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017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相談文化が薄い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0156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自分で解決する80%・専門家0%。保健室がまだ使われていない。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23360"/>
            <a:ext cx="502920" cy="59436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1148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023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保健室への期待はある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074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健康相談・ストレス相談が各60%。ニーズ自体は存在する。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029200"/>
            <a:ext cx="502920" cy="594360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1206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029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</a:rPr>
              <a:t>要確認事項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41324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Q3「仕事の進め方」60%：背景（効率化・習得・不満）の確認が必要。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Q1　現在の状態に最も近いものを選んでください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単一選択・回答 5件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45720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Q2　現在、気になっていることを教えてください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複数回答・回答 5件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5F"/>
                </a:solidFill>
              </a:rPr>
              <a:t>睡眠・疲労・ストレスが同率40%。身体と精神の両面に潜在的な疲れ。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Q3　今後、変えていきたいことは何ですか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複数回答・回答 5件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5F"/>
                </a:solidFill>
              </a:rPr>
              <a:t>「仕事の進め方」60%トップ。背景（効率化・やり方習得・環境不満）は要確認。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Q4　困った時に相談する相手を教えてください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複数回答・回答 5件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5F"/>
                </a:solidFill>
              </a:rPr>
              <a:t>「自分で解決」80%・「専門家」0%。保健室がまだ相談の場として認識されていない。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Q5　会社にあったら嬉しいサポートを教えてください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複数回答・回答 5件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5F"/>
                </a:solidFill>
              </a:rPr>
              <a:t>「仕事の整理」と「特に必要ない」が同率40%。押しつけにならない関わり方が重要。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Q6　オンライン保健室に今後期待することを教えてください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複数回答・回答 5件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5F"/>
                </a:solidFill>
              </a:rPr>
              <a:t>健康・ストレス相談への期待が各60%。「よく分からない」20%→保健室の役割説明が途上。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Q7　自由記述 ／ 総括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solidFill>
            <a:srgbClr val="B8D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</a:rPr>
              <a:t>Q7　自由記述（1名の声）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07592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5F"/>
                </a:solidFill>
              </a:rPr>
              <a:t>「社長の意見が絶対になってしまうため、社長のいない会話の場を設ける必要があると考えている」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2011680" cy="347472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591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事実：データが示していること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・保健室への期待は高い（健康・ストレス相談 各60%）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9067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・困った時は「自分で解決」が80%、「専門家」は0%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3814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・変えたいことのトップは「仕事の進め方」60%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03904"/>
            <a:ext cx="2011680" cy="347472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313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考察：データから言えること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0624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・相談したい気持ちはあるが、相談できる場や文化がまだ育っていない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5371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・「仕事の進め方を変えたい」背景は何か　→　直接確認が必要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956048"/>
            <a:ext cx="731520" cy="347472"/>
          </a:xfrm>
          <a:prstGeom prst="rect">
            <a:avLst/>
          </a:prstGeom>
          <a:solidFill>
            <a:srgbClr val="74B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9834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総括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76672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5F"/>
                </a:solidFill>
              </a:rPr>
              <a:t>・利用されない主な理由：「何をするところか分からない」「一人で解決が当たり前」の2点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788152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5F"/>
                </a:solidFill>
              </a:rPr>
              <a:t>・今後①　保健室の役割・できることを全員に伝え直す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99632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5F"/>
                </a:solidFill>
              </a:rPr>
              <a:t>・今後②　「ちょっと話したい」が言いやすい入口をつくる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