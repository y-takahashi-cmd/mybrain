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669280"/>
            <a:ext cx="8229600" cy="457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</a:rPr>
              <a:t>クラウドパワー株式会社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</a:rPr>
              <a:t>企業のオンライン保健室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B2E0"/>
                </a:solidFill>
              </a:rPr>
              <a:t>社員アンケート集計結果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</a:rPr>
              <a:t>2026年6月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回答数：5件（全員回答）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企業のオンライン保健室　髙橋由香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全体所見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表面上の状態は安定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元気に働いている60%。ただし40%が疲れを自覚している。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身体面の潜在的な疲れ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睡眠・疲労感・ストレスが同率40%。自覚症状の薄い層も存在。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相談文化が薄い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自分で解決する80%・専門家0%。保健室がまだ使われていない。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保健室への期待はある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074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健康相談・ストレス相談が各60%。ニーズ自体は存在する。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0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要確認事項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Q3「仕事の進め方」60%：背景（効率化・習得・不満）の確認が必要。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Q1　現在の状態に最も近いものを選んでください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単一選択・回答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572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Q2　現在、気になっていることを教えてください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睡眠・疲労・ストレスが同率40%。身体と精神の両面に潜在的な疲れ。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Q3　今後、変えていきたいことは何ですか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「仕事の進め方」60%トップ。背景（効率化・やり方習得・環境不満）は要確認。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Q4　困った時に相談する相手を教えてください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「自分で解決」80%・「専門家」0%。保健室がまだ相談の場として認識されていない。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Q5　会社にあったら嬉しいサポートを教えてください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「仕事の整理」と「特に必要ない」が同率40%。押しつけにならない関わり方が重要。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Q6　オンライン保健室に今後期待することを教えてください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健康・ストレス相談への期待が各60%。「よく分からない」20%→保健室の役割説明が途上。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Q7　自由記述 ／ 総括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solidFill>
            <a:srgbClr val="B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Q7　自由記述（1名の声）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5F"/>
                </a:solidFill>
              </a:rPr>
              <a:t>「社長の意見が絶対になってしまうため、
社長のいない会話の場を設ける必要があると考えている」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総括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・保健室への期待はあるが、「自分で解決する」文化が根強く相談のハードルが高い状態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・Q3「仕事の進め方」の背景確認が今後の関わり方の鍵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・「特に必要ない」40%を踏まえ、押しつけにならない関わり方の設計が重要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・Q7は1名の個人意見として参考情報に留める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