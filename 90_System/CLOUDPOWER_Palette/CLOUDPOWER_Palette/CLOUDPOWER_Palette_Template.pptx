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sldIdLst>
    <p:sldId id="264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B2E0"/>
    <a:srgbClr val="F2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Relationship Id="rId11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BA2A5-9792-4533-B547-08FC5C3797E4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3AF6F-E653-400B-9860-D555E8B6E0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31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3C4D0C-21A3-A0E3-CCEB-D4F1CAD49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8C00F7-9359-4BC7-EABE-32FC4BC09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695A7B-5C1E-1BDF-AC26-8854E8C4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EC5E5A-EC11-116C-C059-95DF506C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21308C-3203-0C7A-E45F-DC04CE61E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39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6920FE-1E4F-9E07-22BB-6F2D135E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485318-D368-3275-7A77-211FC250A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32D0A3-08A5-D8E5-4C77-342C5B56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2BEF5A-E5A6-E5EF-446F-E633BE4A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CB6403-CB9D-96A0-B0A6-0DF9385D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41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B58BE4-7B26-7276-C505-4F604C10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3D9F4A-4741-4DE1-8CE2-7A0F8C2C6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7558BE-94D1-71C3-D631-C24C473E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EE43C2-4F69-074D-D3C2-8271A885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AC3137-B59E-93CF-570B-1A651210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087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B2BB5D-A5AD-5D07-00C6-C0CF0174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785EFA-3710-0D3B-A0AC-C9E9A7535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0271BC-77A4-ADEC-BB20-259401C48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1BE2C-0A10-F9C6-3368-1A0D8BD8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427909-A188-6226-9B33-F885736F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176EA6-6F19-15A2-78B5-3CC5CB79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17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3380C-877B-D02B-AD3D-3C8FE445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FC3913-808E-43CE-C5C1-615770A83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47EC82-1A7C-7AF4-A6F9-E43A81799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D32A0C1-418F-0579-50F2-C4EC32B47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6E16863-5A75-CB7C-0535-45371BCF1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CAE929-2EE4-86BD-24AD-F5A3CA3A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1EEA695-E320-5388-4B6F-E5B449D6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182939-393C-BEAB-DC72-5E4D60C9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53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52FCA1-DF4D-9A16-FF48-13F79C0F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827DA8B-7FDD-A50E-D063-DA799738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C2BD4D-C271-43D1-616A-E3AAE8FD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1BCF49-037A-73EE-8A7C-12E9D400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88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81CCF4-5557-A415-F3D6-F1DE3A1E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DB726A-26D7-ACDE-DB0D-9D901D3D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4F164B-DC5F-E524-51D1-2CE851C7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6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1C2942-268E-2F33-5C09-53363940C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89DE76-5083-C904-8BFF-F3DDCD845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1CFAA9-6525-3DA6-325B-C3F73AFCB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F10B8C-D847-7907-39D0-26CE4A796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2DD5F9-AE22-0B2C-D199-4D273723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A41C6A-961F-2285-105F-7DB512FA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1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3F4815-D734-0521-272A-24C24989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EC40E6-344B-1E61-E777-1B6530DD6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8018DC-70AF-667B-4F12-5FD783C10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69A16F-8909-860E-22F5-1F7D3409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7F217C-70E2-0AFA-E82F-63EB820A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760499-959A-C7A9-EFFC-E3FEBAB9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100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D1CC4-A4CA-D375-1C01-F1A71E8A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FCD9C3-0D10-91F3-A616-325C59407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E62F12-09EE-7431-2079-C37C4E23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7E6314-01FD-5635-988D-7ED5B17B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06599-79BA-558E-B3DB-CE7B0F39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56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23CE836-675B-E264-2EBF-789B860C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38D9B9-A5A7-B25E-8479-AC8DBB5B3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EB8B26-CD67-CC1E-B96F-18D96CA4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DEE5DA-9012-F451-BA87-B3BBE493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B1467-E1FD-F2B9-E01D-FDADD0D6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511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956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87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914B21-43EA-EE54-A008-846011FCB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E0C26B-E97D-E585-9B74-FE22B110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35C197-B375-AAB0-3E66-BB32A302F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BAE55-E93B-4A55-AE8B-FA806FD17E30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BBE4AB-2112-294A-42FF-77008A036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4E2738-AC0A-8282-63AA-F6E9E3BE0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5C8D1-AEE4-477E-AFF4-E9236E5C06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264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84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243840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5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8290560" y="243840"/>
            <a:ext cx="3901440" cy="3901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63"/>
            <a:ext cx="146304" cy="36576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4"/>
          <p:cNvSpPr/>
          <p:nvPr/>
        </p:nvSpPr>
        <p:spPr>
          <a:xfrm>
            <a:off x="609600" y="2682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[PRESENTATION TITLE]</a:t>
            </a:r>
            <a:endParaRPr lang="en-US" sz="4000" dirty="0"/>
          </a:p>
        </p:txBody>
      </p:sp>
      <p:sp>
        <p:nvSpPr>
          <p:cNvPr id="9" name="Shape 5"/>
          <p:cNvSpPr/>
          <p:nvPr/>
        </p:nvSpPr>
        <p:spPr>
          <a:xfrm>
            <a:off x="609600" y="3779520"/>
            <a:ext cx="1828800" cy="48768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0" name="Text 6"/>
          <p:cNvSpPr/>
          <p:nvPr/>
        </p:nvSpPr>
        <p:spPr>
          <a:xfrm>
            <a:off x="609600" y="39624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[サブタイトル・補足説明]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0" y="5791200"/>
            <a:ext cx="12192000" cy="48768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2" name="Text 8"/>
          <p:cNvSpPr/>
          <p:nvPr/>
        </p:nvSpPr>
        <p:spPr>
          <a:xfrm>
            <a:off x="609600" y="5913120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クラウドパワー株式会社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924800" y="591312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600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[YYYY.MM.DD]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47F5621-CCBF-DF44-FABF-512A2B14335B}"/>
              </a:ext>
            </a:extLst>
          </p:cNvPr>
          <p:cNvSpPr/>
          <p:nvPr/>
        </p:nvSpPr>
        <p:spPr>
          <a:xfrm>
            <a:off x="272715" y="170688"/>
            <a:ext cx="915202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74B2E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[お客様名] 御中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3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7071360" y="975360"/>
            <a:ext cx="548640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630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0" b="1" dirty="0">
                <a:solidFill>
                  <a:srgbClr val="74B2E0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31520" y="3230880"/>
            <a:ext cx="2438400" cy="48768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6" name="Text 3"/>
          <p:cNvSpPr/>
          <p:nvPr/>
        </p:nvSpPr>
        <p:spPr>
          <a:xfrm>
            <a:off x="731520" y="347472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[セクションタイトル]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426720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[セクションの説明文をここに記載]</a:t>
            </a:r>
            <a:endParaRPr lang="en-US" sz="1733" dirty="0"/>
          </a:p>
        </p:txBody>
      </p:sp>
      <p:sp>
        <p:nvSpPr>
          <p:cNvPr id="8" name="Shape 5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0" name="Text 6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lang="en-US" sz="9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[スライドタイトル]</a:t>
            </a:r>
            <a:endParaRPr kumimoji="0"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34112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60000"/>
              </a:lnSpc>
            </a:pPr>
            <a:r>
              <a:rPr kumimoji="0" lang="en-US" sz="18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[本文テキストをここに記載します。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60000"/>
              </a:lnSpc>
            </a:pPr>
            <a:r>
              <a:rPr kumimoji="0" lang="en-US" sz="18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箇条書きや段落で情報を整理してください。]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kumimoji="0"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[スライドタイトル]</a:t>
            </a:r>
            <a:endParaRPr kumimoji="0"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65760" y="1341120"/>
          <a:ext cx="11460480" cy="234086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B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B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B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サンプル1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テーブルの内容をここに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備考欄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サンプル2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テーブルの内容をここに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備考欄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サンプル3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テーブルの内容をここに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備考欄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kumimoji="0"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[スライドタイトル]</a:t>
            </a:r>
            <a:endParaRPr kumimoji="0"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548640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41120"/>
            <a:ext cx="54864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402080"/>
            <a:ext cx="548640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58496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000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[左カラムタイトル]</a:t>
            </a:r>
            <a:endParaRPr kumimoji="0"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0970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316480"/>
            <a:ext cx="499872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40000"/>
              </a:lnSpc>
            </a:pPr>
            <a:r>
              <a:rPr kumimoji="0" lang="en-US" sz="1733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[左カラムの内容]</a:t>
            </a:r>
            <a:endParaRPr kumimoji="0"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39840" y="1341120"/>
            <a:ext cx="548640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1341120"/>
            <a:ext cx="54864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402080"/>
            <a:ext cx="548640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1584960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000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[右カラムタイトル]</a:t>
            </a:r>
            <a:endParaRPr kumimoji="0"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0" y="20970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2316480"/>
            <a:ext cx="499872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>
              <a:lnSpc>
                <a:spcPct val="140000"/>
              </a:lnSpc>
            </a:pPr>
            <a:r>
              <a:rPr kumimoji="0" lang="en-US" sz="1733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[右カラムの内容]</a:t>
            </a:r>
            <a:endParaRPr kumimoji="0"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kumimoji="0"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[スライドタイトル]</a:t>
            </a:r>
            <a:endParaRPr lang="en-US" sz="2933" dirty="0"/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353568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Shape 6"/>
          <p:cNvSpPr/>
          <p:nvPr/>
        </p:nvSpPr>
        <p:spPr>
          <a:xfrm>
            <a:off x="365760" y="1341120"/>
            <a:ext cx="353568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9" name="Shape 7"/>
          <p:cNvSpPr/>
          <p:nvPr/>
        </p:nvSpPr>
        <p:spPr>
          <a:xfrm>
            <a:off x="365760" y="1402080"/>
            <a:ext cx="353568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10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524000" y="1645920"/>
            <a:ext cx="1097280" cy="1097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0416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[カード1タイトル]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1463040" y="33162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3" name="Text 10"/>
          <p:cNvSpPr/>
          <p:nvPr/>
        </p:nvSpPr>
        <p:spPr>
          <a:xfrm>
            <a:off x="548640" y="3474720"/>
            <a:ext cx="316992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40000"/>
              </a:lnSpc>
            </a:pPr>
            <a:r>
              <a:rPr lang="en-US" sz="14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[カードの内容をここに記載]</a:t>
            </a:r>
            <a:endParaRPr lang="en-US" sz="1467" dirty="0"/>
          </a:p>
        </p:txBody>
      </p:sp>
      <p:sp>
        <p:nvSpPr>
          <p:cNvPr id="14" name="Shape 11"/>
          <p:cNvSpPr/>
          <p:nvPr/>
        </p:nvSpPr>
        <p:spPr>
          <a:xfrm>
            <a:off x="4267200" y="1341120"/>
            <a:ext cx="353568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15" name="Shape 12"/>
          <p:cNvSpPr/>
          <p:nvPr/>
        </p:nvSpPr>
        <p:spPr>
          <a:xfrm>
            <a:off x="4267200" y="1341120"/>
            <a:ext cx="353568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6" name="Shape 13"/>
          <p:cNvSpPr/>
          <p:nvPr/>
        </p:nvSpPr>
        <p:spPr>
          <a:xfrm>
            <a:off x="4267200" y="1402080"/>
            <a:ext cx="353568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17" name="Image 1" descr="C:/MyBrain/90_System/croud_power_shinboru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425440" y="1645920"/>
            <a:ext cx="1097280" cy="10972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50080" y="280416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[カード2タイトル]</a:t>
            </a:r>
            <a:endParaRPr lang="en-US" sz="1867" dirty="0"/>
          </a:p>
        </p:txBody>
      </p:sp>
      <p:sp>
        <p:nvSpPr>
          <p:cNvPr id="19" name="Shape 15"/>
          <p:cNvSpPr/>
          <p:nvPr/>
        </p:nvSpPr>
        <p:spPr>
          <a:xfrm>
            <a:off x="5364480" y="33162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0" name="Text 16"/>
          <p:cNvSpPr/>
          <p:nvPr/>
        </p:nvSpPr>
        <p:spPr>
          <a:xfrm>
            <a:off x="4450080" y="3474720"/>
            <a:ext cx="316992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40000"/>
              </a:lnSpc>
            </a:pPr>
            <a:r>
              <a:rPr lang="en-US" sz="14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[カードの内容をここに記載]</a:t>
            </a:r>
            <a:endParaRPr lang="en-US" sz="1467" dirty="0"/>
          </a:p>
        </p:txBody>
      </p:sp>
      <p:sp>
        <p:nvSpPr>
          <p:cNvPr id="21" name="Shape 17"/>
          <p:cNvSpPr/>
          <p:nvPr/>
        </p:nvSpPr>
        <p:spPr>
          <a:xfrm>
            <a:off x="8168640" y="1341120"/>
            <a:ext cx="3535680" cy="4389120"/>
          </a:xfrm>
          <a:prstGeom prst="rect">
            <a:avLst/>
          </a:prstGeom>
          <a:solidFill>
            <a:srgbClr val="F5F9FC"/>
          </a:solidFill>
          <a:ln w="12700">
            <a:solidFill>
              <a:srgbClr val="C5DDE9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22" name="Shape 18"/>
          <p:cNvSpPr/>
          <p:nvPr/>
        </p:nvSpPr>
        <p:spPr>
          <a:xfrm>
            <a:off x="8168640" y="1341120"/>
            <a:ext cx="353568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3" name="Shape 19"/>
          <p:cNvSpPr/>
          <p:nvPr/>
        </p:nvSpPr>
        <p:spPr>
          <a:xfrm>
            <a:off x="8168640" y="1402080"/>
            <a:ext cx="353568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24" name="Image 2" descr="C:/MyBrain/90_System/croud_power_shinboru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326880" y="1645920"/>
            <a:ext cx="1097280" cy="10972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51520" y="280416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[カード3タイトル]</a:t>
            </a:r>
            <a:endParaRPr lang="en-US" sz="1867" dirty="0"/>
          </a:p>
        </p:txBody>
      </p:sp>
      <p:sp>
        <p:nvSpPr>
          <p:cNvPr id="26" name="Shape 21"/>
          <p:cNvSpPr/>
          <p:nvPr/>
        </p:nvSpPr>
        <p:spPr>
          <a:xfrm>
            <a:off x="9265920" y="3316224"/>
            <a:ext cx="1219200" cy="36576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7" name="Text 22"/>
          <p:cNvSpPr/>
          <p:nvPr/>
        </p:nvSpPr>
        <p:spPr>
          <a:xfrm>
            <a:off x="8351520" y="3474720"/>
            <a:ext cx="316992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40000"/>
              </a:lnSpc>
            </a:pPr>
            <a:r>
              <a:rPr lang="en-US" sz="1467" dirty="0">
                <a:solidFill>
                  <a:srgbClr val="4A4A4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[カードの内容をここに記載]</a:t>
            </a:r>
            <a:endParaRPr lang="en-US" sz="1467" dirty="0"/>
          </a:p>
        </p:txBody>
      </p:sp>
      <p:sp>
        <p:nvSpPr>
          <p:cNvPr id="28" name="Shape 23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30" name="Text 24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lang="en-US" sz="9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2192000" cy="103632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85088"/>
            <a:ext cx="11460480" cy="24384"/>
          </a:xfrm>
          <a:prstGeom prst="rect">
            <a:avLst/>
          </a:prstGeom>
          <a:solidFill>
            <a:srgbClr val="D6E9F5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2880"/>
            <a:ext cx="1036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2933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SUMMARY</a:t>
            </a:r>
            <a:endParaRPr kumimoji="0"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11460480" cy="914400"/>
          </a:xfrm>
          <a:prstGeom prst="rect">
            <a:avLst/>
          </a:prstGeom>
          <a:solidFill>
            <a:srgbClr val="F5F9FC"/>
          </a:solidFill>
          <a:ln w="6350">
            <a:solidFill>
              <a:srgbClr val="D6E9F5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41120"/>
            <a:ext cx="97536" cy="9144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9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70560" y="1463040"/>
            <a:ext cx="609600" cy="609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40208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[ポイントのタイトル]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63040" y="1804416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467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[ポイントの説明をここに記載]</a:t>
            </a:r>
            <a:endParaRPr kumimoji="0"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2438400"/>
            <a:ext cx="1146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5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2438400"/>
            <a:ext cx="97536" cy="9144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14" name="Image 1" descr="C:/MyBrain/90_System/croud_power_shinboru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70560" y="2560320"/>
            <a:ext cx="609600" cy="609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49936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[ポイントのタイトル]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463040" y="2901696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467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[ポイントの説明をここに記載]</a:t>
            </a:r>
            <a:endParaRPr kumimoji="0"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65760" y="3535680"/>
            <a:ext cx="11460480" cy="914400"/>
          </a:xfrm>
          <a:prstGeom prst="rect">
            <a:avLst/>
          </a:prstGeom>
          <a:solidFill>
            <a:srgbClr val="F5F9FC"/>
          </a:solidFill>
          <a:ln w="6350">
            <a:solidFill>
              <a:srgbClr val="D6E9F5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65760" y="3535680"/>
            <a:ext cx="97536" cy="9144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19" name="Image 2" descr="C:/MyBrain/90_System/croud_power_shinboru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70560" y="3657600"/>
            <a:ext cx="609600" cy="609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59664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[ポイントのタイトル]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463040" y="3998976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467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[ポイントの説明をここに記載]</a:t>
            </a:r>
            <a:endParaRPr kumimoji="0"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365760" y="4632960"/>
            <a:ext cx="1146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9F5"/>
            </a:solidFill>
            <a:prstDash val="solid"/>
          </a:ln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65760" y="4632960"/>
            <a:ext cx="97536" cy="914400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24" name="Image 3" descr="C:/MyBrain/90_System/croud_power_shinboru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70560" y="4754880"/>
            <a:ext cx="609600" cy="609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693920"/>
            <a:ext cx="975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867" b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[ポイントのタイトル]</a:t>
            </a:r>
            <a:endParaRPr kumimoji="0"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463040" y="5096256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1467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[ポイントの説明をここに記載]</a:t>
            </a:r>
            <a:endParaRPr kumimoji="0"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0" y="6193536"/>
            <a:ext cx="12192000" cy="24384"/>
          </a:xfrm>
          <a:prstGeom prst="rect">
            <a:avLst/>
          </a:prstGeom>
          <a:solidFill>
            <a:srgbClr val="A3CDE8"/>
          </a:solidFill>
          <a:ln/>
        </p:spPr>
        <p:txBody>
          <a:bodyPr/>
          <a:lstStyle/>
          <a:p>
            <a:pPr defTabSz="1219170"/>
            <a:endParaRPr kumimoji="0" lang="ja-JP" altLang="en-US" sz="2400">
              <a:solidFill>
                <a:prstClr val="black"/>
              </a:solidFill>
              <a:latin typeface="Calibri" panose="020F0502020204030204"/>
              <a:ea typeface="游ゴシック" panose="020B0400000000000000" pitchFamily="50" charset="-128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853440" y="6254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kumimoji="0" lang="en-US" sz="933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CLOUD POWER INC.  |  雲の力で、共に進む</a:t>
            </a:r>
            <a:endParaRPr kumimoji="0"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2438400"/>
          </a:xfrm>
          <a:prstGeom prst="rect">
            <a:avLst/>
          </a:prstGeom>
          <a:solidFill>
            <a:srgbClr val="F2F8FC"/>
          </a:solidFill>
          <a:ln/>
        </p:spPr>
        <p:txBody>
          <a:bodyPr/>
          <a:lstStyle/>
          <a:p>
            <a:endParaRPr lang="ja-JP" altLang="en-US" sz="2400"/>
          </a:p>
        </p:txBody>
      </p:sp>
      <p:pic>
        <p:nvPicPr>
          <p:cNvPr id="4" name="Image 0" descr="C:/MyBrain/90_System/croud_power_shinboru.png"/>
          <p:cNvPicPr>
            <a:picLocks noChangeAspect="1"/>
          </p:cNvPicPr>
          <p:nvPr/>
        </p:nvPicPr>
        <p:blipFill>
          <a:blip r:embed="rId3">
            <a:alphaModFix amt="7000"/>
          </a:blip>
          <a:stretch>
            <a:fillRect/>
          </a:stretch>
        </p:blipFill>
        <p:spPr>
          <a:xfrm>
            <a:off x="3048000" y="243840"/>
            <a:ext cx="6096000" cy="609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32960" y="4876800"/>
            <a:ext cx="2926080" cy="36576"/>
          </a:xfrm>
          <a:prstGeom prst="rect">
            <a:avLst/>
          </a:prstGeom>
          <a:solidFill>
            <a:srgbClr val="74B2E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7" name="Text 3"/>
          <p:cNvSpPr/>
          <p:nvPr/>
        </p:nvSpPr>
        <p:spPr>
          <a:xfrm>
            <a:off x="609600" y="50596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5A9BC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雲の力で、共に進む</a:t>
            </a:r>
            <a:endParaRPr lang="en-US" sz="1733" dirty="0"/>
          </a:p>
        </p:txBody>
      </p:sp>
      <p:sp>
        <p:nvSpPr>
          <p:cNvPr id="8" name="Text 4"/>
          <p:cNvSpPr/>
          <p:nvPr/>
        </p:nvSpPr>
        <p:spPr>
          <a:xfrm>
            <a:off x="609600" y="642164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7A98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© CLOUD POWER INC. All rights reserved.</a:t>
            </a:r>
            <a:endParaRPr lang="en-US" sz="1200" dirty="0"/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FFFE3B87-0091-CFDA-DC88-7E31A91D2D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9458" y="2387229"/>
            <a:ext cx="4033084" cy="20628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/>
          <a:p>
            <a:pPr algn="l"/>
            <a:r>
              <a:rPr lang="en-US" sz="2800" b="1" dirty="0">
                <a:solidFill>
                  <a:schemeClr val="dk2"/>
                </a:solidFill>
                <a:latin typeface="Segoe UI"/>
              </a:rPr>
              <a:t>CLOUDPOWER Palette </a:t>
            </a:r>
            <a:r>
              <a:rPr lang="en-US" sz="1400" dirty="0">
                <a:solidFill>
                  <a:srgbClr val="888888"/>
                </a:solidFill>
                <a:latin typeface="Segoe UI"/>
              </a:rPr>
              <a:t>Theme Color Test Slide</a:t>
            </a:r>
          </a:p>
        </p:txBody>
      </p:sp>
      <p:sp>
        <p:nvSpPr>
          <p:cNvPr id="10" name="accent1"/>
          <p:cNvSpPr/>
          <p:nvPr/>
        </p:nvSpPr>
        <p:spPr>
          <a:xfrm>
            <a:off x="457200" y="1100000"/>
            <a:ext cx="1300000" cy="9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FFFFFF"/>
                </a:solidFill>
                <a:latin typeface="Segoe UI"/>
              </a:rPr>
              <a:t>accent1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CP Blue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onsolas"/>
              </a:rPr>
              <a:t>#74B2E0</a:t>
            </a:r>
          </a:p>
        </p:txBody>
      </p:sp>
      <p:sp>
        <p:nvSpPr>
          <p:cNvPr id="11" name="accent2"/>
          <p:cNvSpPr/>
          <p:nvPr/>
        </p:nvSpPr>
        <p:spPr>
          <a:xfrm>
            <a:off x="1907200" y="1100000"/>
            <a:ext cx="1300000" cy="9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FFFFFF"/>
                </a:solidFill>
                <a:latin typeface="Segoe UI"/>
              </a:rPr>
              <a:t>accent2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Sand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onsolas"/>
              </a:rPr>
              <a:t>#D4885C</a:t>
            </a:r>
          </a:p>
        </p:txBody>
      </p:sp>
      <p:sp>
        <p:nvSpPr>
          <p:cNvPr id="12" name="accent3"/>
          <p:cNvSpPr/>
          <p:nvPr/>
        </p:nvSpPr>
        <p:spPr>
          <a:xfrm>
            <a:off x="3357200" y="1100000"/>
            <a:ext cx="1300000" cy="9000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FFFFFF"/>
                </a:solidFill>
                <a:latin typeface="Segoe UI"/>
              </a:rPr>
              <a:t>accent3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Forest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onsolas"/>
              </a:rPr>
              <a:t>#3D8B4A</a:t>
            </a:r>
          </a:p>
        </p:txBody>
      </p:sp>
      <p:sp>
        <p:nvSpPr>
          <p:cNvPr id="13" name="accent4"/>
          <p:cNvSpPr/>
          <p:nvPr/>
        </p:nvSpPr>
        <p:spPr>
          <a:xfrm>
            <a:off x="4807200" y="1100000"/>
            <a:ext cx="1300000" cy="9000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FFFFFF"/>
                </a:solidFill>
                <a:latin typeface="Segoe UI"/>
              </a:rPr>
              <a:t>accent4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Teal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onsolas"/>
              </a:rPr>
              <a:t>#5BBFB5</a:t>
            </a:r>
          </a:p>
        </p:txBody>
      </p:sp>
      <p:sp>
        <p:nvSpPr>
          <p:cNvPr id="14" name="accent5"/>
          <p:cNvSpPr/>
          <p:nvPr/>
        </p:nvSpPr>
        <p:spPr>
          <a:xfrm>
            <a:off x="6257200" y="1100000"/>
            <a:ext cx="1300000" cy="900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FFFFFF"/>
                </a:solidFill>
                <a:latin typeface="Segoe UI"/>
              </a:rPr>
              <a:t>accent5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Steel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onsolas"/>
              </a:rPr>
              <a:t>#6B8FA3</a:t>
            </a:r>
          </a:p>
        </p:txBody>
      </p:sp>
      <p:sp>
        <p:nvSpPr>
          <p:cNvPr id="15" name="accent6"/>
          <p:cNvSpPr/>
          <p:nvPr/>
        </p:nvSpPr>
        <p:spPr>
          <a:xfrm>
            <a:off x="7707200" y="1100000"/>
            <a:ext cx="1300000" cy="9000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333333"/>
                </a:solidFill>
                <a:latin typeface="Segoe UI"/>
              </a:rPr>
              <a:t>accent6</a:t>
            </a:r>
          </a:p>
          <a:p>
            <a:pPr algn="ctr"/>
            <a:r>
              <a:rPr lang="en-US" sz="1400" b="1" dirty="0">
                <a:solidFill>
                  <a:srgbClr val="333333"/>
                </a:solidFill>
                <a:latin typeface="Segoe UI"/>
              </a:rPr>
              <a:t>Amber</a:t>
            </a:r>
          </a:p>
          <a:p>
            <a:pPr algn="ctr"/>
            <a:r>
              <a:rPr lang="en-US" sz="900" dirty="0">
                <a:solidFill>
                  <a:srgbClr val="333333"/>
                </a:solidFill>
                <a:latin typeface="Consolas"/>
              </a:rPr>
              <a:t>#F0AD00</a:t>
            </a:r>
          </a:p>
        </p:txBody>
      </p:sp>
      <p:sp>
        <p:nvSpPr>
          <p:cNvPr id="20" name="dk2"/>
          <p:cNvSpPr/>
          <p:nvPr/>
        </p:nvSpPr>
        <p:spPr>
          <a:xfrm>
            <a:off x="457200" y="2200000"/>
            <a:ext cx="1300000" cy="70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FFFFFF"/>
                </a:solidFill>
                <a:latin typeface="Segoe UI"/>
              </a:rPr>
              <a:t>dk2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Blue 900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onsolas"/>
              </a:rPr>
              <a:t>#1A3A5C</a:t>
            </a:r>
          </a:p>
        </p:txBody>
      </p:sp>
      <p:sp>
        <p:nvSpPr>
          <p:cNvPr id="21" name="hlink"/>
          <p:cNvSpPr/>
          <p:nvPr/>
        </p:nvSpPr>
        <p:spPr>
          <a:xfrm>
            <a:off x="1907200" y="2200000"/>
            <a:ext cx="1300000" cy="700000"/>
          </a:xfrm>
          <a:prstGeom prst="roundRect">
            <a:avLst>
              <a:gd name="adj" fmla="val 8000"/>
            </a:avLst>
          </a:prstGeom>
          <a:solidFill>
            <a:schemeClr val="hlink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FFFFFF"/>
                </a:solidFill>
                <a:latin typeface="Segoe UI"/>
              </a:rPr>
              <a:t>hlink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Deep Blue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onsolas"/>
              </a:rPr>
              <a:t>#2E6BA6</a:t>
            </a:r>
          </a:p>
        </p:txBody>
      </p:sp>
      <p:sp>
        <p:nvSpPr>
          <p:cNvPr id="22" name="folHlink"/>
          <p:cNvSpPr/>
          <p:nvPr/>
        </p:nvSpPr>
        <p:spPr>
          <a:xfrm>
            <a:off x="3357200" y="2200000"/>
            <a:ext cx="1300000" cy="700000"/>
          </a:xfrm>
          <a:prstGeom prst="roundRect">
            <a:avLst>
              <a:gd name="adj" fmla="val 8000"/>
            </a:avLst>
          </a:prstGeom>
          <a:solidFill>
            <a:schemeClr val="folHlink"/>
          </a:solidFill>
          <a:ln w="0">
            <a:noFill/>
          </a:ln>
        </p:spPr>
        <p:txBody>
          <a:bodyPr anchor="ctr"/>
          <a:p>
            <a:pPr algn="ctr"/>
            <a:r>
              <a:rPr lang="en-US" sz="1000" dirty="0">
                <a:solidFill>
                  <a:srgbClr val="FFFFFF"/>
                </a:solidFill>
                <a:latin typeface="Segoe UI"/>
              </a:rPr>
              <a:t>folHlink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Slate</a:t>
            </a:r>
          </a:p>
          <a:p>
            <a:pPr algn="ctr"/>
            <a:r>
              <a:rPr lang="en-US" sz="900" dirty="0">
                <a:solidFill>
                  <a:srgbClr val="FFFFFF"/>
                </a:solidFill>
                <a:latin typeface="Consolas"/>
              </a:rPr>
              <a:t>#7A98AE</a:t>
            </a:r>
          </a:p>
        </p:txBody>
      </p:sp>
      <p:sp>
        <p:nvSpPr>
          <p:cNvPr id="30" name="Note"/>
          <p:cNvSpPr/>
          <p:nvPr/>
        </p:nvSpPr>
        <p:spPr>
          <a:xfrm>
            <a:off x="457200" y="3200000"/>
            <a:ext cx="8500000" cy="500000"/>
          </a:xfrm>
          <a:prstGeom prst="rect">
            <a:avLst/>
          </a:prstGeom>
          <a:noFill/>
        </p:spPr>
        <p:txBody>
          <a:bodyPr/>
          <a:p>
            <a:r>
              <a:rPr lang="en-US" sz="1100" dirty="0">
                <a:solidFill>
                  <a:srgbClr val="888888"/>
                </a:solidFill>
                <a:latin typeface="Segoe UI"/>
              </a:rPr>
              <a:t>All swatches use schemeClr (theme references). If colors match the HEX codes, CLOUDPOWER Palette is active.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CLOUDPOWER Palette">
      <a:dk1>
        <a:sysClr val="windowText" lastClr="000000"/>
      </a:dk1>
      <a:lt1>
        <a:sysClr val="window" lastClr="FFFFFF"/>
      </a:lt1>
      <a:dk2>
        <a:srgbClr val="1A3A5C"/>
      </a:dk2>
      <a:lt2>
        <a:srgbClr val="F2F8FC"/>
      </a:lt2>
      <a:accent1>
        <a:srgbClr val="74B2E0"/>
      </a:accent1>
      <a:accent2>
        <a:srgbClr val="D4885C"/>
      </a:accent2>
      <a:accent3>
        <a:srgbClr val="3D8B4A"/>
      </a:accent3>
      <a:accent4>
        <a:srgbClr val="5BBFB5"/>
      </a:accent4>
      <a:accent5>
        <a:srgbClr val="6B8FA3"/>
      </a:accent5>
      <a:accent6>
        <a:srgbClr val="F0AD00"/>
      </a:accent6>
      <a:hlink>
        <a:srgbClr val="2E6BA6"/>
      </a:hlink>
      <a:folHlink>
        <a:srgbClr val="7A98AE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CLOUDPOWER Palette">
      <a:dk1>
        <a:sysClr val="windowText" lastClr="000000"/>
      </a:dk1>
      <a:lt1>
        <a:sysClr val="window" lastClr="FFFFFF"/>
      </a:lt1>
      <a:dk2>
        <a:srgbClr val="1A3A5C"/>
      </a:dk2>
      <a:lt2>
        <a:srgbClr val="F2F8FC"/>
      </a:lt2>
      <a:accent1>
        <a:srgbClr val="74B2E0"/>
      </a:accent1>
      <a:accent2>
        <a:srgbClr val="D4885C"/>
      </a:accent2>
      <a:accent3>
        <a:srgbClr val="7A98AE"/>
      </a:accent3>
      <a:accent4>
        <a:srgbClr val="F0AD00"/>
      </a:accent4>
      <a:accent5>
        <a:srgbClr val="5BBFB5"/>
      </a:accent5>
      <a:accent6>
        <a:srgbClr val="3D8B4A"/>
      </a:accent6>
      <a:hlink>
        <a:srgbClr val="2E6BA6"/>
      </a:hlink>
      <a:folHlink>
        <a:srgbClr val="6B8FA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CLOUDPOWER Palette">
      <a:dk1>
        <a:sysClr val="windowText" lastClr="000000"/>
      </a:dk1>
      <a:lt1>
        <a:sysClr val="window" lastClr="FFFFFF"/>
      </a:lt1>
      <a:dk2>
        <a:srgbClr val="1A3A5C"/>
      </a:dk2>
      <a:lt2>
        <a:srgbClr val="F2F8FC"/>
      </a:lt2>
      <a:accent1>
        <a:srgbClr val="74B2E0"/>
      </a:accent1>
      <a:accent2>
        <a:srgbClr val="D4885C"/>
      </a:accent2>
      <a:accent3>
        <a:srgbClr val="3D8B4A"/>
      </a:accent3>
      <a:accent4>
        <a:srgbClr val="5BBFB5"/>
      </a:accent4>
      <a:accent5>
        <a:srgbClr val="6B8FA3"/>
      </a:accent5>
      <a:accent6>
        <a:srgbClr val="F0AD00"/>
      </a:accent6>
      <a:hlink>
        <a:srgbClr val="2E6BA6"/>
      </a:hlink>
      <a:folHlink>
        <a:srgbClr val="7A98AE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189</Words>
  <Application>Microsoft Office PowerPoint</Application>
  <PresentationFormat>ワイド画面</PresentationFormat>
  <Paragraphs>61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Meiryo UI</vt:lpstr>
      <vt:lpstr>游ゴシック</vt:lpstr>
      <vt:lpstr>游ゴシック Light</vt:lpstr>
      <vt:lpstr>Arial</vt:lpstr>
      <vt:lpstr>Calibri</vt:lpstr>
      <vt:lpstr>Office テーマ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CLOWDPOWER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Makoto.Hasegawa【長谷川 誠】</dc:creator>
  <cp:lastModifiedBy>Makoto.Hasegawa【長谷川 誠】</cp:lastModifiedBy>
  <cp:revision>4</cp:revision>
  <dcterms:created xsi:type="dcterms:W3CDTF">2026-03-16T11:09:36Z</dcterms:created>
  <dcterms:modified xsi:type="dcterms:W3CDTF">2026-03-16T16:28:18Z</dcterms:modified>
</cp:coreProperties>
</file>